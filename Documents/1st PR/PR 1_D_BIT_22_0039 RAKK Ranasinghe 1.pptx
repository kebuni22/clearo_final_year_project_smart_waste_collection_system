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7" r:id="rId2"/>
    <p:sldId id="256" r:id="rId3"/>
    <p:sldId id="258" r:id="rId4"/>
    <p:sldId id="268" r:id="rId5"/>
    <p:sldId id="262" r:id="rId6"/>
    <p:sldId id="263" r:id="rId7"/>
    <p:sldId id="264" r:id="rId8"/>
    <p:sldId id="261" r:id="rId9"/>
    <p:sldId id="270" r:id="rId10"/>
    <p:sldId id="269" r:id="rId11"/>
    <p:sldId id="267" r:id="rId12"/>
  </p:sldIdLst>
  <p:sldSz cx="18288000" cy="10287000"/>
  <p:notesSz cx="6858000" cy="9144000"/>
  <p:embeddedFontLst>
    <p:embeddedFont>
      <p:font typeface="Helvetica World Bold" panose="020B0604020202020204" charset="-128"/>
      <p:regular r:id="rId14"/>
    </p:embeddedFont>
    <p:embeddedFont>
      <p:font typeface="Canva Sans Bold" panose="020B0604020202020204" charset="0"/>
      <p:regular r:id="rId15"/>
    </p:embeddedFont>
    <p:embeddedFont>
      <p:font typeface="Coco Gothic Bold" panose="020B0604020202020204" charset="0"/>
      <p:regular r:id="rId16"/>
    </p:embeddedFont>
    <p:embeddedFont>
      <p:font typeface="Poppins" panose="00000500000000000000" pitchFamily="2" charset="0"/>
      <p:regular r:id="rId17"/>
      <p:bold r:id="rId18"/>
      <p:italic r:id="rId19"/>
      <p:boldItalic r:id="rId20"/>
    </p:embeddedFont>
    <p:embeddedFont>
      <p:font typeface="Poppins Bold" panose="00000800000000000000" charset="0"/>
      <p:regular r:id="rId21"/>
    </p:embeddedFont>
    <p:embeddedFont>
      <p:font typeface="Times New Roman Bold" panose="02020803070505020304" pitchFamily="18" charset="0"/>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F66539-E558-477A-8F82-BE9DDFEDAAC8}" v="3" dt="2025-01-29T03:55:10.763"/>
  </p1510:revLst>
</p1510:revInfo>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57386" autoAdjust="0"/>
  </p:normalViewPr>
  <p:slideViewPr>
    <p:cSldViewPr>
      <p:cViewPr varScale="1">
        <p:scale>
          <a:sx n="31" d="100"/>
          <a:sy n="31" d="100"/>
        </p:scale>
        <p:origin x="1829" y="62"/>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100" d="100"/>
        <a:sy n="100" d="100"/>
      </p:scale>
      <p:origin x="0" y="-225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AAF5E-3CF2-43A9-AA50-DB8DAC671E6D}" type="datetimeFigureOut">
              <a:rPr lang="en-US" smtClean="0"/>
              <a:t>4/28/2025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43815C-AAC7-4ADD-A4B1-51C5452B5EFF}" type="slidenum">
              <a:rPr lang="en-US" smtClean="0"/>
              <a:t>‹#›</a:t>
            </a:fld>
            <a:endParaRPr lang="en-US"/>
          </a:p>
        </p:txBody>
      </p:sp>
    </p:spTree>
    <p:extLst>
      <p:ext uri="{BB962C8B-B14F-4D97-AF65-F5344CB8AC3E}">
        <p14:creationId xmlns:p14="http://schemas.microsoft.com/office/powerpoint/2010/main" val="801891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Evening Madam, I’m here to present my project titled </a:t>
            </a:r>
            <a:r>
              <a:rPr lang="en-US" sz="1200" b="1" dirty="0">
                <a:solidFill>
                  <a:srgbClr val="1C1C39"/>
                </a:solidFill>
                <a:latin typeface="Coco Gothic Bold"/>
                <a:ea typeface="Coco Gothic Bold"/>
                <a:cs typeface="Coco Gothic Bold"/>
                <a:sym typeface="Coco Gothic Bold"/>
              </a:rPr>
              <a:t>IOT-ENABLED SMART WASTE COLLECTION SYSTEM WITH COMMUNITY SHARING AND REAL-TIME ROUTE OPTIMIZATION </a:t>
            </a:r>
          </a:p>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1</a:t>
            </a:fld>
            <a:endParaRPr lang="en-US"/>
          </a:p>
        </p:txBody>
      </p:sp>
    </p:spTree>
    <p:extLst>
      <p:ext uri="{BB962C8B-B14F-4D97-AF65-F5344CB8AC3E}">
        <p14:creationId xmlns:p14="http://schemas.microsoft.com/office/powerpoint/2010/main" val="32557524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by asking – are you familiar with the challenges we face in our daily waste collection ?</a:t>
            </a:r>
          </a:p>
        </p:txBody>
      </p:sp>
      <p:sp>
        <p:nvSpPr>
          <p:cNvPr id="4" name="Slide Number Placeholder 3"/>
          <p:cNvSpPr>
            <a:spLocks noGrp="1"/>
          </p:cNvSpPr>
          <p:nvPr>
            <p:ph type="sldNum" sz="quarter" idx="5"/>
          </p:nvPr>
        </p:nvSpPr>
        <p:spPr/>
        <p:txBody>
          <a:bodyPr/>
          <a:lstStyle/>
          <a:p>
            <a:fld id="{D843815C-AAC7-4ADD-A4B1-51C5452B5EFF}" type="slidenum">
              <a:rPr lang="en-US" smtClean="0"/>
              <a:t>2</a:t>
            </a:fld>
            <a:endParaRPr lang="en-US"/>
          </a:p>
        </p:txBody>
      </p:sp>
    </p:spTree>
    <p:extLst>
      <p:ext uri="{BB962C8B-B14F-4D97-AF65-F5344CB8AC3E}">
        <p14:creationId xmlns:p14="http://schemas.microsoft.com/office/powerpoint/2010/main" val="1935312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move to project introduction , Waste collection is important for keeping our cities clean and healthy. But many places have problems like delays, poor planning, and low public involvement. These problems increase costs and environmental damage. My project aims to tackle these issues by integrating IoT, AI, and community engagement into a  smart eco friendly solution for waste collection.”</a:t>
            </a:r>
          </a:p>
        </p:txBody>
      </p:sp>
      <p:sp>
        <p:nvSpPr>
          <p:cNvPr id="4" name="Slide Number Placeholder 3"/>
          <p:cNvSpPr>
            <a:spLocks noGrp="1"/>
          </p:cNvSpPr>
          <p:nvPr>
            <p:ph type="sldNum" sz="quarter" idx="5"/>
          </p:nvPr>
        </p:nvSpPr>
        <p:spPr/>
        <p:txBody>
          <a:bodyPr/>
          <a:lstStyle/>
          <a:p>
            <a:fld id="{D843815C-AAC7-4ADD-A4B1-51C5452B5EFF}" type="slidenum">
              <a:rPr lang="en-US" smtClean="0"/>
              <a:t>3</a:t>
            </a:fld>
            <a:endParaRPr lang="en-US"/>
          </a:p>
        </p:txBody>
      </p:sp>
    </p:spTree>
    <p:extLst>
      <p:ext uri="{BB962C8B-B14F-4D97-AF65-F5344CB8AC3E}">
        <p14:creationId xmlns:p14="http://schemas.microsoft.com/office/powerpoint/2010/main" val="692449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aim is to develop a smart system that improves efficiency, reduces operational costs, and boosts user engagement.</a:t>
            </a:r>
            <a:br>
              <a:rPr lang="en-US" dirty="0"/>
            </a:br>
            <a:r>
              <a:rPr lang="en-US" dirty="0"/>
              <a:t>To achieve this, I’ve identified key objectives:</a:t>
            </a:r>
          </a:p>
          <a:p>
            <a:pPr>
              <a:buNone/>
            </a:pPr>
            <a:r>
              <a:rPr lang="en-US" dirty="0"/>
              <a:t>Real-time tracking of bins and collection trucks</a:t>
            </a:r>
          </a:p>
          <a:p>
            <a:pPr>
              <a:buNone/>
            </a:pPr>
            <a:r>
              <a:rPr lang="en-US" dirty="0"/>
              <a:t>AI-based route optimization</a:t>
            </a:r>
          </a:p>
          <a:p>
            <a:pPr>
              <a:buNone/>
            </a:pPr>
            <a:r>
              <a:rPr lang="en-US" dirty="0"/>
              <a:t>Mobile and web apps for different stakeholders</a:t>
            </a:r>
          </a:p>
          <a:p>
            <a:pPr>
              <a:buNone/>
            </a:pPr>
            <a:r>
              <a:rPr lang="en-US" dirty="0"/>
              <a:t>Features for urgent pickup requests</a:t>
            </a:r>
          </a:p>
          <a:p>
            <a:pPr>
              <a:buNone/>
            </a:pPr>
            <a:r>
              <a:rPr lang="en-US" dirty="0"/>
              <a:t>Community sharing options for reusable items</a:t>
            </a:r>
          </a:p>
          <a:p>
            <a:pPr>
              <a:buNone/>
            </a:pPr>
            <a:r>
              <a:rPr lang="en-US" dirty="0"/>
              <a:t>Waste segregation guidance</a:t>
            </a:r>
          </a:p>
          <a:p>
            <a:r>
              <a:rPr lang="en-US" dirty="0"/>
              <a:t>Reporting and analytics on system performance.</a:t>
            </a:r>
          </a:p>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4</a:t>
            </a:fld>
            <a:endParaRPr lang="en-US"/>
          </a:p>
        </p:txBody>
      </p:sp>
    </p:spTree>
    <p:extLst>
      <p:ext uri="{BB962C8B-B14F-4D97-AF65-F5344CB8AC3E}">
        <p14:creationId xmlns:p14="http://schemas.microsoft.com/office/powerpoint/2010/main" val="495768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Here’s how the system functions:</a:t>
            </a:r>
          </a:p>
          <a:p>
            <a:pPr>
              <a:buFont typeface="Arial" panose="020B0604020202020204" pitchFamily="34" charset="0"/>
              <a:buChar char="•"/>
            </a:pPr>
            <a:r>
              <a:rPr lang="en-US" dirty="0"/>
              <a:t>IoT bins monitor fill levels and residents can schedule pickups.</a:t>
            </a:r>
          </a:p>
          <a:p>
            <a:pPr>
              <a:buFont typeface="Arial" panose="020B0604020202020204" pitchFamily="34" charset="0"/>
              <a:buChar char="•"/>
            </a:pPr>
            <a:r>
              <a:rPr lang="en-US" dirty="0"/>
              <a:t>A platform enables residents to share reusable items.</a:t>
            </a:r>
          </a:p>
          <a:p>
            <a:pPr>
              <a:buFont typeface="Arial" panose="020B0604020202020204" pitchFamily="34" charset="0"/>
              <a:buChar char="•"/>
            </a:pPr>
            <a:r>
              <a:rPr lang="en-US" dirty="0"/>
              <a:t>Drivers receive alerts for immediate pickups.</a:t>
            </a:r>
          </a:p>
          <a:p>
            <a:pPr>
              <a:buFont typeface="Arial" panose="020B0604020202020204" pitchFamily="34" charset="0"/>
              <a:buChar char="•"/>
            </a:pPr>
            <a:r>
              <a:rPr lang="en-US" dirty="0"/>
              <a:t>Routes are optimized in real-time.</a:t>
            </a:r>
          </a:p>
          <a:p>
            <a:pPr>
              <a:buFont typeface="Arial" panose="020B0604020202020204" pitchFamily="34" charset="0"/>
              <a:buChar char="•"/>
            </a:pPr>
            <a:r>
              <a:rPr lang="en-US" dirty="0"/>
              <a:t>Alerts, notifications, and detailed reports ensure everyone is informed and engaged.</a:t>
            </a:r>
          </a:p>
          <a:p>
            <a:pPr>
              <a:buFont typeface="Arial" panose="020B0604020202020204" pitchFamily="34" charset="0"/>
              <a:buChar char="•"/>
            </a:pPr>
            <a:r>
              <a:rPr lang="en-US" dirty="0"/>
              <a:t>And of course, user and role management is built-in for smooth administration.</a:t>
            </a:r>
          </a:p>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5</a:t>
            </a:fld>
            <a:endParaRPr lang="en-US"/>
          </a:p>
        </p:txBody>
      </p:sp>
    </p:spTree>
    <p:extLst>
      <p:ext uri="{BB962C8B-B14F-4D97-AF65-F5344CB8AC3E}">
        <p14:creationId xmlns:p14="http://schemas.microsoft.com/office/powerpoint/2010/main" val="4171063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Besides functionality, the system must be scalable to handle more users and devices in the future.</a:t>
            </a:r>
            <a:br>
              <a:rPr lang="en-US" dirty="0"/>
            </a:br>
            <a:r>
              <a:rPr lang="en-US" dirty="0"/>
              <a:t>It should be reliable and secure, delivering real-time performance while protecting sensitive data.</a:t>
            </a:r>
            <a:br>
              <a:rPr lang="en-US" dirty="0"/>
            </a:br>
            <a:r>
              <a:rPr lang="en-US" dirty="0"/>
              <a:t>Most importantly, it must be intuitive and accessible for all users.</a:t>
            </a:r>
          </a:p>
        </p:txBody>
      </p:sp>
      <p:sp>
        <p:nvSpPr>
          <p:cNvPr id="4" name="Slide Number Placeholder 3"/>
          <p:cNvSpPr>
            <a:spLocks noGrp="1"/>
          </p:cNvSpPr>
          <p:nvPr>
            <p:ph type="sldNum" sz="quarter" idx="5"/>
          </p:nvPr>
        </p:nvSpPr>
        <p:spPr/>
        <p:txBody>
          <a:bodyPr/>
          <a:lstStyle/>
          <a:p>
            <a:fld id="{D843815C-AAC7-4ADD-A4B1-51C5452B5EFF}" type="slidenum">
              <a:rPr lang="en-US" smtClean="0"/>
              <a:t>6</a:t>
            </a:fld>
            <a:endParaRPr lang="en-US"/>
          </a:p>
        </p:txBody>
      </p:sp>
    </p:spTree>
    <p:extLst>
      <p:ext uri="{BB962C8B-B14F-4D97-AF65-F5344CB8AC3E}">
        <p14:creationId xmlns:p14="http://schemas.microsoft.com/office/powerpoint/2010/main" val="918497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o build this system, I’ve used a variety of tools and platforms:</a:t>
            </a:r>
          </a:p>
          <a:p>
            <a:pPr>
              <a:buFont typeface="Arial" panose="020B0604020202020204" pitchFamily="34" charset="0"/>
              <a:buChar char="•"/>
            </a:pPr>
            <a:r>
              <a:rPr lang="en-US" dirty="0"/>
              <a:t>IoT hardware includes ESP32, GPS modules, and communication protocols like LoRa and ESP-NOW.</a:t>
            </a:r>
          </a:p>
          <a:p>
            <a:pPr>
              <a:buFont typeface="Arial" panose="020B0604020202020204" pitchFamily="34" charset="0"/>
              <a:buChar char="•"/>
            </a:pPr>
            <a:r>
              <a:rPr lang="en-US" dirty="0"/>
              <a:t>The front end is built using React and Flutter, with Node.js and Express.js on the backend.</a:t>
            </a:r>
          </a:p>
          <a:p>
            <a:pPr>
              <a:buFont typeface="Arial" panose="020B0604020202020204" pitchFamily="34" charset="0"/>
              <a:buChar char="•"/>
            </a:pPr>
            <a:r>
              <a:rPr lang="en-US" dirty="0"/>
              <a:t>while Firebase is used for real-time database needs.</a:t>
            </a:r>
          </a:p>
          <a:p>
            <a:pPr>
              <a:buFont typeface="Arial" panose="020B0604020202020204" pitchFamily="34" charset="0"/>
              <a:buChar char="•"/>
            </a:pPr>
            <a:r>
              <a:rPr lang="en-US" dirty="0"/>
              <a:t>Version control is maintained through GitHub.</a:t>
            </a:r>
          </a:p>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7</a:t>
            </a:fld>
            <a:endParaRPr lang="en-US"/>
          </a:p>
        </p:txBody>
      </p:sp>
    </p:spTree>
    <p:extLst>
      <p:ext uri="{BB962C8B-B14F-4D97-AF65-F5344CB8AC3E}">
        <p14:creationId xmlns:p14="http://schemas.microsoft.com/office/powerpoint/2010/main" val="1578764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methodology, I followed a step-by-step approach. First, I collected data through surveys, interviews, and field observations. This helped me understand user needs and system requirements. Based on that, I started developing the web and mobile applications using a user-centered design.</a:t>
            </a:r>
          </a:p>
        </p:txBody>
      </p:sp>
      <p:sp>
        <p:nvSpPr>
          <p:cNvPr id="4" name="Slide Number Placeholder 3"/>
          <p:cNvSpPr>
            <a:spLocks noGrp="1"/>
          </p:cNvSpPr>
          <p:nvPr>
            <p:ph type="sldNum" sz="quarter" idx="5"/>
          </p:nvPr>
        </p:nvSpPr>
        <p:spPr/>
        <p:txBody>
          <a:bodyPr/>
          <a:lstStyle/>
          <a:p>
            <a:fld id="{D843815C-AAC7-4ADD-A4B1-51C5452B5EFF}" type="slidenum">
              <a:rPr lang="en-US" smtClean="0"/>
              <a:t>8</a:t>
            </a:fld>
            <a:endParaRPr lang="en-US"/>
          </a:p>
        </p:txBody>
      </p:sp>
    </p:spTree>
    <p:extLst>
      <p:ext uri="{BB962C8B-B14F-4D97-AF65-F5344CB8AC3E}">
        <p14:creationId xmlns:p14="http://schemas.microsoft.com/office/powerpoint/2010/main" val="1639701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stages, I will integrate IoT sensors and GPS tracking to collect real-time data, and use AI to optimize routes. Usability testing and feedback will guide improvements throughout the process. The system will also include features like request handling, community sharing, waste segregation guides, and a reporting tool—all tested with real users to ensure effectiveness.”</a:t>
            </a:r>
          </a:p>
        </p:txBody>
      </p:sp>
      <p:sp>
        <p:nvSpPr>
          <p:cNvPr id="4" name="Slide Number Placeholder 3"/>
          <p:cNvSpPr>
            <a:spLocks noGrp="1"/>
          </p:cNvSpPr>
          <p:nvPr>
            <p:ph type="sldNum" sz="quarter" idx="5"/>
          </p:nvPr>
        </p:nvSpPr>
        <p:spPr/>
        <p:txBody>
          <a:bodyPr/>
          <a:lstStyle/>
          <a:p>
            <a:fld id="{D843815C-AAC7-4ADD-A4B1-51C5452B5EFF}" type="slidenum">
              <a:rPr lang="en-US" smtClean="0"/>
              <a:t>9</a:t>
            </a:fld>
            <a:endParaRPr lang="en-US"/>
          </a:p>
        </p:txBody>
      </p:sp>
    </p:spTree>
    <p:extLst>
      <p:ext uri="{BB962C8B-B14F-4D97-AF65-F5344CB8AC3E}">
        <p14:creationId xmlns:p14="http://schemas.microsoft.com/office/powerpoint/2010/main" val="3037060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843815C-AAC7-4ADD-A4B1-51C5452B5EFF}" type="slidenum">
              <a:rPr lang="en-US" smtClean="0"/>
              <a:t>10</a:t>
            </a:fld>
            <a:endParaRPr lang="en-US"/>
          </a:p>
        </p:txBody>
      </p:sp>
    </p:spTree>
    <p:extLst>
      <p:ext uri="{BB962C8B-B14F-4D97-AF65-F5344CB8AC3E}">
        <p14:creationId xmlns:p14="http://schemas.microsoft.com/office/powerpoint/2010/main" val="558550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 so next move to the project , first you can see mobile app</a:t>
            </a:r>
          </a:p>
        </p:txBody>
      </p:sp>
      <p:sp>
        <p:nvSpPr>
          <p:cNvPr id="4" name="Slide Number Placeholder 3"/>
          <p:cNvSpPr>
            <a:spLocks noGrp="1"/>
          </p:cNvSpPr>
          <p:nvPr>
            <p:ph type="sldNum" sz="quarter" idx="5"/>
          </p:nvPr>
        </p:nvSpPr>
        <p:spPr/>
        <p:txBody>
          <a:bodyPr/>
          <a:lstStyle/>
          <a:p>
            <a:fld id="{D843815C-AAC7-4ADD-A4B1-51C5452B5EFF}" type="slidenum">
              <a:rPr lang="en-US" smtClean="0"/>
              <a:t>11</a:t>
            </a:fld>
            <a:endParaRPr lang="en-US"/>
          </a:p>
        </p:txBody>
      </p:sp>
    </p:spTree>
    <p:extLst>
      <p:ext uri="{BB962C8B-B14F-4D97-AF65-F5344CB8AC3E}">
        <p14:creationId xmlns:p14="http://schemas.microsoft.com/office/powerpoint/2010/main" val="638066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svg"/><Relationship Id="rId18" Type="http://schemas.openxmlformats.org/officeDocument/2006/relationships/image" Target="../media/image26.png"/><Relationship Id="rId3" Type="http://schemas.openxmlformats.org/officeDocument/2006/relationships/image" Target="../media/image11.png"/><Relationship Id="rId21" Type="http://schemas.openxmlformats.org/officeDocument/2006/relationships/image" Target="../media/image29.sv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svg"/><Relationship Id="rId2" Type="http://schemas.openxmlformats.org/officeDocument/2006/relationships/notesSlide" Target="../notesSlides/notesSlide7.xml"/><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19.sv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svg"/><Relationship Id="rId23" Type="http://schemas.openxmlformats.org/officeDocument/2006/relationships/image" Target="../media/image31.svg"/><Relationship Id="rId10" Type="http://schemas.openxmlformats.org/officeDocument/2006/relationships/image" Target="../media/image18.png"/><Relationship Id="rId19" Type="http://schemas.openxmlformats.org/officeDocument/2006/relationships/image" Target="../media/image27.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4.sv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4.sv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6.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064304" y="2663611"/>
            <a:ext cx="13773389" cy="8229600"/>
          </a:xfrm>
          <a:custGeom>
            <a:avLst/>
            <a:gdLst/>
            <a:ahLst/>
            <a:cxnLst/>
            <a:rect l="l" t="t" r="r" b="b"/>
            <a:pathLst>
              <a:path w="13773389" h="8229600">
                <a:moveTo>
                  <a:pt x="0" y="0"/>
                </a:moveTo>
                <a:lnTo>
                  <a:pt x="13773389" y="0"/>
                </a:lnTo>
                <a:lnTo>
                  <a:pt x="13773389" y="8229600"/>
                </a:lnTo>
                <a:lnTo>
                  <a:pt x="0" y="8229600"/>
                </a:lnTo>
                <a:lnTo>
                  <a:pt x="0" y="0"/>
                </a:lnTo>
                <a:close/>
              </a:path>
            </a:pathLst>
          </a:custGeom>
          <a:blipFill>
            <a:blip r:embed="rId3"/>
            <a:stretch>
              <a:fillRect/>
            </a:stretch>
          </a:blipFill>
        </p:spPr>
        <p:txBody>
          <a:bodyPr/>
          <a:lstStyle/>
          <a:p>
            <a:endParaRPr lang="en-US"/>
          </a:p>
        </p:txBody>
      </p:sp>
      <p:sp>
        <p:nvSpPr>
          <p:cNvPr id="3" name="Freeform 3"/>
          <p:cNvSpPr/>
          <p:nvPr/>
        </p:nvSpPr>
        <p:spPr>
          <a:xfrm>
            <a:off x="7541648" y="284049"/>
            <a:ext cx="3204677" cy="2417662"/>
          </a:xfrm>
          <a:custGeom>
            <a:avLst/>
            <a:gdLst/>
            <a:ahLst/>
            <a:cxnLst/>
            <a:rect l="l" t="t" r="r" b="b"/>
            <a:pathLst>
              <a:path w="3204677" h="2417662">
                <a:moveTo>
                  <a:pt x="0" y="0"/>
                </a:moveTo>
                <a:lnTo>
                  <a:pt x="3204676" y="0"/>
                </a:lnTo>
                <a:lnTo>
                  <a:pt x="3204676" y="2417663"/>
                </a:lnTo>
                <a:lnTo>
                  <a:pt x="0" y="2417663"/>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1566465" y="2895600"/>
            <a:ext cx="15155042" cy="2247900"/>
          </a:xfrm>
          <a:prstGeom prst="rect">
            <a:avLst/>
          </a:prstGeom>
        </p:spPr>
        <p:txBody>
          <a:bodyPr lIns="0" tIns="0" rIns="0" bIns="0" rtlCol="0" anchor="t">
            <a:spAutoFit/>
          </a:bodyPr>
          <a:lstStyle/>
          <a:p>
            <a:pPr algn="ctr">
              <a:lnSpc>
                <a:spcPts val="5850"/>
              </a:lnSpc>
            </a:pPr>
            <a:r>
              <a:rPr lang="en-US" sz="4500" b="1" dirty="0">
                <a:solidFill>
                  <a:srgbClr val="1C1C39"/>
                </a:solidFill>
                <a:latin typeface="Coco Gothic Bold"/>
                <a:ea typeface="Coco Gothic Bold"/>
                <a:cs typeface="Coco Gothic Bold"/>
                <a:sym typeface="Coco Gothic Bold"/>
              </a:rPr>
              <a:t>IOT-ENABLED SMART WASTE COLLECTION SYSTEM WITH COMMUNITY SHARING AND REAL-TIME ROUTE OPTIMIZATION </a:t>
            </a:r>
          </a:p>
        </p:txBody>
      </p:sp>
      <p:grpSp>
        <p:nvGrpSpPr>
          <p:cNvPr id="6" name="Group 6"/>
          <p:cNvGrpSpPr/>
          <p:nvPr/>
        </p:nvGrpSpPr>
        <p:grpSpPr>
          <a:xfrm>
            <a:off x="4736431" y="5387089"/>
            <a:ext cx="8815122" cy="1620897"/>
            <a:chOff x="-2" y="-92973"/>
            <a:chExt cx="1043889" cy="191947"/>
          </a:xfrm>
        </p:grpSpPr>
        <p:sp>
          <p:nvSpPr>
            <p:cNvPr id="7" name="Freeform 7"/>
            <p:cNvSpPr/>
            <p:nvPr/>
          </p:nvSpPr>
          <p:spPr>
            <a:xfrm>
              <a:off x="0" y="0"/>
              <a:ext cx="1043887" cy="96697"/>
            </a:xfrm>
            <a:custGeom>
              <a:avLst/>
              <a:gdLst/>
              <a:ahLst/>
              <a:cxnLst/>
              <a:rect l="l" t="t" r="r" b="b"/>
              <a:pathLst>
                <a:path w="1043887" h="96697">
                  <a:moveTo>
                    <a:pt x="8783" y="0"/>
                  </a:moveTo>
                  <a:lnTo>
                    <a:pt x="1035104" y="0"/>
                  </a:lnTo>
                  <a:cubicBezTo>
                    <a:pt x="1039955" y="0"/>
                    <a:pt x="1043887" y="3932"/>
                    <a:pt x="1043887" y="8783"/>
                  </a:cubicBezTo>
                  <a:lnTo>
                    <a:pt x="1043887" y="87914"/>
                  </a:lnTo>
                  <a:cubicBezTo>
                    <a:pt x="1043887" y="90244"/>
                    <a:pt x="1042961" y="92478"/>
                    <a:pt x="1041314" y="94125"/>
                  </a:cubicBezTo>
                  <a:cubicBezTo>
                    <a:pt x="1039667" y="95772"/>
                    <a:pt x="1037433" y="96697"/>
                    <a:pt x="1035104" y="96697"/>
                  </a:cubicBezTo>
                  <a:lnTo>
                    <a:pt x="8783" y="96697"/>
                  </a:lnTo>
                  <a:cubicBezTo>
                    <a:pt x="3932" y="96697"/>
                    <a:pt x="0" y="92765"/>
                    <a:pt x="0" y="87914"/>
                  </a:cubicBezTo>
                  <a:lnTo>
                    <a:pt x="0" y="8783"/>
                  </a:lnTo>
                  <a:cubicBezTo>
                    <a:pt x="0" y="6453"/>
                    <a:pt x="925" y="4219"/>
                    <a:pt x="2572" y="2572"/>
                  </a:cubicBezTo>
                  <a:cubicBezTo>
                    <a:pt x="4219" y="925"/>
                    <a:pt x="6453" y="0"/>
                    <a:pt x="8783" y="0"/>
                  </a:cubicBezTo>
                  <a:close/>
                </a:path>
              </a:pathLst>
            </a:custGeom>
            <a:solidFill>
              <a:srgbClr val="000000">
                <a:alpha val="0"/>
              </a:srgbClr>
            </a:solidFill>
          </p:spPr>
          <p:txBody>
            <a:bodyPr/>
            <a:lstStyle/>
            <a:p>
              <a:endParaRPr lang="en-US"/>
            </a:p>
          </p:txBody>
        </p:sp>
        <p:sp>
          <p:nvSpPr>
            <p:cNvPr id="8" name="TextBox 8"/>
            <p:cNvSpPr txBox="1"/>
            <p:nvPr/>
          </p:nvSpPr>
          <p:spPr>
            <a:xfrm>
              <a:off x="-2" y="-92973"/>
              <a:ext cx="1043887" cy="191947"/>
            </a:xfrm>
            <a:prstGeom prst="rect">
              <a:avLst/>
            </a:prstGeom>
          </p:spPr>
          <p:txBody>
            <a:bodyPr lIns="0" tIns="0" rIns="0" bIns="0" rtlCol="0" anchor="ctr"/>
            <a:lstStyle/>
            <a:p>
              <a:pPr algn="ctr">
                <a:lnSpc>
                  <a:spcPts val="4619"/>
                </a:lnSpc>
              </a:pPr>
              <a:r>
                <a:rPr lang="en-US" sz="3299" b="1" spc="164" dirty="0">
                  <a:solidFill>
                    <a:srgbClr val="1C1C39"/>
                  </a:solidFill>
                  <a:latin typeface="Poppins Bold"/>
                  <a:ea typeface="Poppins Bold"/>
                  <a:cs typeface="Poppins Bold"/>
                  <a:sym typeface="Poppins Bold"/>
                </a:rPr>
                <a:t>RAKK RANASINGHE (D/BIT/22/0039)</a:t>
              </a:r>
            </a:p>
          </p:txBody>
        </p:sp>
      </p:grpSp>
      <p:sp>
        <p:nvSpPr>
          <p:cNvPr id="9" name="TextBox 9"/>
          <p:cNvSpPr txBox="1"/>
          <p:nvPr/>
        </p:nvSpPr>
        <p:spPr>
          <a:xfrm>
            <a:off x="5098839" y="6559978"/>
            <a:ext cx="8090297" cy="566950"/>
          </a:xfrm>
          <a:prstGeom prst="rect">
            <a:avLst/>
          </a:prstGeom>
        </p:spPr>
        <p:txBody>
          <a:bodyPr lIns="0" tIns="0" rIns="0" bIns="0" rtlCol="0" anchor="t">
            <a:spAutoFit/>
          </a:bodyPr>
          <a:lstStyle/>
          <a:p>
            <a:pPr algn="ctr">
              <a:lnSpc>
                <a:spcPts val="4710"/>
              </a:lnSpc>
              <a:spcBef>
                <a:spcPct val="0"/>
              </a:spcBef>
            </a:pPr>
            <a:r>
              <a:rPr lang="en-US" sz="2800" dirty="0">
                <a:solidFill>
                  <a:srgbClr val="1C1C39"/>
                </a:solidFill>
                <a:latin typeface="Poppins"/>
                <a:ea typeface="Poppins"/>
                <a:cs typeface="Poppins"/>
                <a:sym typeface="Poppins"/>
              </a:rPr>
              <a:t>Supervised By: Mr. RPS </a:t>
            </a:r>
            <a:r>
              <a:rPr lang="en-US" sz="2800" dirty="0" err="1">
                <a:solidFill>
                  <a:srgbClr val="1C1C39"/>
                </a:solidFill>
                <a:latin typeface="Poppins"/>
                <a:ea typeface="Poppins"/>
                <a:cs typeface="Poppins"/>
                <a:sym typeface="Poppins"/>
              </a:rPr>
              <a:t>Kathriarachchi</a:t>
            </a:r>
            <a:endParaRPr lang="en-US" sz="2800" dirty="0">
              <a:solidFill>
                <a:srgbClr val="1C1C39"/>
              </a:solidFill>
              <a:latin typeface="Poppins"/>
              <a:ea typeface="Poppins"/>
              <a:cs typeface="Poppins"/>
              <a:sym typeface="Poppins"/>
            </a:endParaRPr>
          </a:p>
        </p:txBody>
      </p:sp>
      <p:grpSp>
        <p:nvGrpSpPr>
          <p:cNvPr id="10" name="Group 10"/>
          <p:cNvGrpSpPr/>
          <p:nvPr/>
        </p:nvGrpSpPr>
        <p:grpSpPr>
          <a:xfrm>
            <a:off x="-2209804" y="-2788083"/>
            <a:ext cx="23588935" cy="10419146"/>
            <a:chOff x="-286609" y="2003"/>
            <a:chExt cx="877394" cy="398916"/>
          </a:xfrm>
        </p:grpSpPr>
        <p:sp>
          <p:nvSpPr>
            <p:cNvPr id="11" name="Freeform 11"/>
            <p:cNvSpPr/>
            <p:nvPr/>
          </p:nvSpPr>
          <p:spPr>
            <a:xfrm>
              <a:off x="-286609" y="2003"/>
              <a:ext cx="678729" cy="398916"/>
            </a:xfrm>
            <a:custGeom>
              <a:avLst/>
              <a:gdLst/>
              <a:ahLst/>
              <a:cxnLst/>
              <a:rect l="l" t="t" r="r" b="b"/>
              <a:pathLst>
                <a:path w="678729" h="398916">
                  <a:moveTo>
                    <a:pt x="353136" y="392580"/>
                  </a:moveTo>
                  <a:lnTo>
                    <a:pt x="675689" y="16074"/>
                  </a:lnTo>
                  <a:cubicBezTo>
                    <a:pt x="678163" y="13187"/>
                    <a:pt x="678729" y="9123"/>
                    <a:pt x="677140" y="5668"/>
                  </a:cubicBezTo>
                  <a:cubicBezTo>
                    <a:pt x="675551" y="2213"/>
                    <a:pt x="672096" y="0"/>
                    <a:pt x="668293" y="0"/>
                  </a:cubicBezTo>
                  <a:lnTo>
                    <a:pt x="10437" y="0"/>
                  </a:lnTo>
                  <a:cubicBezTo>
                    <a:pt x="6634" y="0"/>
                    <a:pt x="3179" y="2213"/>
                    <a:pt x="1590" y="5668"/>
                  </a:cubicBezTo>
                  <a:cubicBezTo>
                    <a:pt x="0" y="9123"/>
                    <a:pt x="567" y="13187"/>
                    <a:pt x="3041" y="16074"/>
                  </a:cubicBezTo>
                  <a:lnTo>
                    <a:pt x="325594" y="392580"/>
                  </a:lnTo>
                  <a:cubicBezTo>
                    <a:pt x="329039" y="396601"/>
                    <a:pt x="334070" y="398916"/>
                    <a:pt x="339365" y="398916"/>
                  </a:cubicBezTo>
                  <a:cubicBezTo>
                    <a:pt x="344660" y="398916"/>
                    <a:pt x="349691" y="396601"/>
                    <a:pt x="353136" y="392580"/>
                  </a:cubicBezTo>
                  <a:close/>
                </a:path>
              </a:pathLst>
            </a:custGeom>
            <a:solidFill>
              <a:srgbClr val="C7EEFF">
                <a:alpha val="9804"/>
              </a:srgbClr>
            </a:solidFill>
          </p:spPr>
          <p:txBody>
            <a:bodyPr/>
            <a:lstStyle/>
            <a:p>
              <a:endParaRPr lang="en-US" dirty="0"/>
            </a:p>
          </p:txBody>
        </p:sp>
        <p:sp>
          <p:nvSpPr>
            <p:cNvPr id="12" name="TextBox 12"/>
            <p:cNvSpPr txBox="1"/>
            <p:nvPr/>
          </p:nvSpPr>
          <p:spPr>
            <a:xfrm>
              <a:off x="109405" y="48240"/>
              <a:ext cx="481380" cy="170682"/>
            </a:xfrm>
            <a:prstGeom prst="rect">
              <a:avLst/>
            </a:prstGeom>
          </p:spPr>
          <p:txBody>
            <a:bodyPr lIns="50800" tIns="50800" rIns="50800" bIns="50800" rtlCol="0" anchor="ctr"/>
            <a:lstStyle/>
            <a:p>
              <a:pPr algn="ctr">
                <a:lnSpc>
                  <a:spcPts val="2736"/>
                </a:lnSpc>
              </a:pPr>
              <a:endParaRPr/>
            </a:p>
          </p:txBody>
        </p:sp>
      </p:grpSp>
      <p:sp>
        <p:nvSpPr>
          <p:cNvPr id="14" name="TextBox 13">
            <a:extLst>
              <a:ext uri="{FF2B5EF4-FFF2-40B4-BE49-F238E27FC236}">
                <a16:creationId xmlns:a16="http://schemas.microsoft.com/office/drawing/2014/main" id="{021B1713-01DA-08E3-3C32-401DB190E717}"/>
              </a:ext>
            </a:extLst>
          </p:cNvPr>
          <p:cNvSpPr txBox="1"/>
          <p:nvPr/>
        </p:nvSpPr>
        <p:spPr>
          <a:xfrm>
            <a:off x="3249913" y="7921166"/>
            <a:ext cx="11788140" cy="990015"/>
          </a:xfrm>
          <a:prstGeom prst="rect">
            <a:avLst/>
          </a:prstGeom>
          <a:noFill/>
        </p:spPr>
        <p:txBody>
          <a:bodyPr wrap="square">
            <a:spAutoFit/>
          </a:bodyPr>
          <a:lstStyle/>
          <a:p>
            <a:pPr algn="ctr">
              <a:lnSpc>
                <a:spcPts val="3499"/>
              </a:lnSpc>
            </a:pPr>
            <a:r>
              <a:rPr lang="en-US" sz="3200" dirty="0">
                <a:solidFill>
                  <a:srgbClr val="000000"/>
                </a:solidFill>
                <a:latin typeface="Times New Roman" panose="02020603050405020304" pitchFamily="18" charset="0"/>
                <a:ea typeface="Canva Sans"/>
                <a:cs typeface="Times New Roman" panose="02020603050405020304" pitchFamily="18" charset="0"/>
                <a:sym typeface="Canva Sans"/>
              </a:rPr>
              <a:t>BSc (Hons) in Information Technology – Faculty of Computing</a:t>
            </a:r>
          </a:p>
          <a:p>
            <a:pPr algn="ctr">
              <a:lnSpc>
                <a:spcPts val="3499"/>
              </a:lnSpc>
              <a:spcBef>
                <a:spcPct val="0"/>
              </a:spcBef>
            </a:pPr>
            <a:r>
              <a:rPr lang="en-US" sz="3200" dirty="0">
                <a:solidFill>
                  <a:srgbClr val="000000"/>
                </a:solidFill>
                <a:latin typeface="Times New Roman" panose="02020603050405020304" pitchFamily="18" charset="0"/>
                <a:ea typeface="Canva Sans"/>
                <a:cs typeface="Times New Roman" panose="02020603050405020304" pitchFamily="18" charset="0"/>
                <a:sym typeface="Canva Sans"/>
              </a:rPr>
              <a:t>Individual Research Project (IT4999) – Progress Review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485247" flipH="1" flipV="1">
            <a:off x="-2759119" y="-2385984"/>
            <a:ext cx="16834115" cy="10058384"/>
          </a:xfrm>
          <a:custGeom>
            <a:avLst/>
            <a:gdLst/>
            <a:ahLst/>
            <a:cxnLst/>
            <a:rect l="l" t="t" r="r" b="b"/>
            <a:pathLst>
              <a:path w="16834115" h="10058384">
                <a:moveTo>
                  <a:pt x="16834115" y="10058384"/>
                </a:moveTo>
                <a:lnTo>
                  <a:pt x="0" y="10058384"/>
                </a:lnTo>
                <a:lnTo>
                  <a:pt x="0" y="0"/>
                </a:lnTo>
                <a:lnTo>
                  <a:pt x="16834115" y="0"/>
                </a:lnTo>
                <a:lnTo>
                  <a:pt x="16834115" y="10058384"/>
                </a:lnTo>
                <a:close/>
              </a:path>
            </a:pathLst>
          </a:custGeom>
          <a:blipFill>
            <a:blip r:embed="rId3"/>
            <a:stretch>
              <a:fillRect/>
            </a:stretch>
          </a:blipFill>
        </p:spPr>
        <p:txBody>
          <a:bodyPr/>
          <a:lstStyle/>
          <a:p>
            <a:endParaRPr lang="en-US"/>
          </a:p>
        </p:txBody>
      </p:sp>
      <p:grpSp>
        <p:nvGrpSpPr>
          <p:cNvPr id="3" name="Group 3"/>
          <p:cNvGrpSpPr/>
          <p:nvPr/>
        </p:nvGrpSpPr>
        <p:grpSpPr>
          <a:xfrm>
            <a:off x="7315758" y="503472"/>
            <a:ext cx="5477811" cy="4640028"/>
            <a:chOff x="0" y="0"/>
            <a:chExt cx="2374900" cy="2011680"/>
          </a:xfrm>
        </p:grpSpPr>
        <p:sp>
          <p:nvSpPr>
            <p:cNvPr id="4" name="Freeform 4"/>
            <p:cNvSpPr/>
            <p:nvPr/>
          </p:nvSpPr>
          <p:spPr>
            <a:xfrm>
              <a:off x="-2540" y="-2540"/>
              <a:ext cx="2377440" cy="2009140"/>
            </a:xfrm>
            <a:custGeom>
              <a:avLst/>
              <a:gdLst/>
              <a:ahLst/>
              <a:cxnLst/>
              <a:rect l="l" t="t" r="r" b="b"/>
              <a:pathLst>
                <a:path w="2377440" h="2009140">
                  <a:moveTo>
                    <a:pt x="2376170" y="1778000"/>
                  </a:moveTo>
                  <a:cubicBezTo>
                    <a:pt x="2374900" y="1276350"/>
                    <a:pt x="2359660" y="598170"/>
                    <a:pt x="2359660" y="97790"/>
                  </a:cubicBezTo>
                  <a:cubicBezTo>
                    <a:pt x="2359660" y="90170"/>
                    <a:pt x="2360930" y="82550"/>
                    <a:pt x="2360930" y="76200"/>
                  </a:cubicBezTo>
                  <a:cubicBezTo>
                    <a:pt x="2359660" y="74930"/>
                    <a:pt x="2358390" y="74930"/>
                    <a:pt x="2357120" y="73660"/>
                  </a:cubicBezTo>
                  <a:cubicBezTo>
                    <a:pt x="2357120" y="73660"/>
                    <a:pt x="2355850" y="74930"/>
                    <a:pt x="2355850" y="76200"/>
                  </a:cubicBezTo>
                  <a:cubicBezTo>
                    <a:pt x="2353310" y="82550"/>
                    <a:pt x="2348230" y="82550"/>
                    <a:pt x="2343150" y="82550"/>
                  </a:cubicBezTo>
                  <a:cubicBezTo>
                    <a:pt x="2336800" y="81280"/>
                    <a:pt x="2330450" y="74930"/>
                    <a:pt x="2322830" y="77470"/>
                  </a:cubicBezTo>
                  <a:cubicBezTo>
                    <a:pt x="2320290" y="78740"/>
                    <a:pt x="2315210" y="76200"/>
                    <a:pt x="2313940" y="73660"/>
                  </a:cubicBezTo>
                  <a:cubicBezTo>
                    <a:pt x="2310130" y="68580"/>
                    <a:pt x="2305050" y="68580"/>
                    <a:pt x="2299970" y="71120"/>
                  </a:cubicBezTo>
                  <a:cubicBezTo>
                    <a:pt x="2297430" y="72390"/>
                    <a:pt x="2294890" y="71120"/>
                    <a:pt x="2292350" y="71120"/>
                  </a:cubicBezTo>
                  <a:cubicBezTo>
                    <a:pt x="2288540" y="71120"/>
                    <a:pt x="2283460" y="69850"/>
                    <a:pt x="2279650" y="68580"/>
                  </a:cubicBezTo>
                  <a:cubicBezTo>
                    <a:pt x="2278380" y="68580"/>
                    <a:pt x="2275840" y="67310"/>
                    <a:pt x="2274570" y="67310"/>
                  </a:cubicBezTo>
                  <a:cubicBezTo>
                    <a:pt x="2270760" y="66040"/>
                    <a:pt x="2266950" y="62230"/>
                    <a:pt x="2263140" y="67310"/>
                  </a:cubicBezTo>
                  <a:cubicBezTo>
                    <a:pt x="2263140" y="67310"/>
                    <a:pt x="2260600" y="67310"/>
                    <a:pt x="2259330" y="66040"/>
                  </a:cubicBezTo>
                  <a:cubicBezTo>
                    <a:pt x="2258060" y="63500"/>
                    <a:pt x="2256790" y="59690"/>
                    <a:pt x="2255520" y="57150"/>
                  </a:cubicBezTo>
                  <a:cubicBezTo>
                    <a:pt x="2252980" y="53340"/>
                    <a:pt x="2252980" y="46990"/>
                    <a:pt x="2249170" y="44450"/>
                  </a:cubicBezTo>
                  <a:cubicBezTo>
                    <a:pt x="2246630" y="43180"/>
                    <a:pt x="2245360" y="41910"/>
                    <a:pt x="2244090" y="39370"/>
                  </a:cubicBezTo>
                  <a:cubicBezTo>
                    <a:pt x="2244090" y="38100"/>
                    <a:pt x="2241550" y="36830"/>
                    <a:pt x="2241550" y="35560"/>
                  </a:cubicBezTo>
                  <a:lnTo>
                    <a:pt x="2237740" y="31750"/>
                  </a:lnTo>
                  <a:cubicBezTo>
                    <a:pt x="2236470" y="29210"/>
                    <a:pt x="2235200" y="25400"/>
                    <a:pt x="2232660" y="24130"/>
                  </a:cubicBezTo>
                  <a:cubicBezTo>
                    <a:pt x="2227580" y="20320"/>
                    <a:pt x="2226310" y="15240"/>
                    <a:pt x="2228850" y="8890"/>
                  </a:cubicBezTo>
                  <a:cubicBezTo>
                    <a:pt x="2225040" y="7620"/>
                    <a:pt x="2222500" y="5080"/>
                    <a:pt x="2218690" y="5080"/>
                  </a:cubicBezTo>
                  <a:cubicBezTo>
                    <a:pt x="2203450" y="6350"/>
                    <a:pt x="2186940" y="8890"/>
                    <a:pt x="2171700" y="10160"/>
                  </a:cubicBezTo>
                  <a:cubicBezTo>
                    <a:pt x="2169160" y="10160"/>
                    <a:pt x="2165350" y="11430"/>
                    <a:pt x="2164080" y="12700"/>
                  </a:cubicBezTo>
                  <a:cubicBezTo>
                    <a:pt x="2153920" y="19050"/>
                    <a:pt x="2143760" y="13970"/>
                    <a:pt x="2133600" y="12700"/>
                  </a:cubicBezTo>
                  <a:cubicBezTo>
                    <a:pt x="2125980" y="12700"/>
                    <a:pt x="2118360" y="8890"/>
                    <a:pt x="2110740" y="7620"/>
                  </a:cubicBezTo>
                  <a:cubicBezTo>
                    <a:pt x="2101850" y="6350"/>
                    <a:pt x="2094230" y="7620"/>
                    <a:pt x="2085340" y="6350"/>
                  </a:cubicBezTo>
                  <a:cubicBezTo>
                    <a:pt x="2084070" y="6350"/>
                    <a:pt x="2082800" y="5080"/>
                    <a:pt x="2081530" y="3810"/>
                  </a:cubicBezTo>
                  <a:cubicBezTo>
                    <a:pt x="2078990" y="0"/>
                    <a:pt x="2073910" y="1270"/>
                    <a:pt x="2071370" y="2540"/>
                  </a:cubicBezTo>
                  <a:cubicBezTo>
                    <a:pt x="2067560" y="5080"/>
                    <a:pt x="2066290" y="8890"/>
                    <a:pt x="2063750" y="12700"/>
                  </a:cubicBezTo>
                  <a:cubicBezTo>
                    <a:pt x="2057400" y="13970"/>
                    <a:pt x="2048510" y="15240"/>
                    <a:pt x="2042160" y="19050"/>
                  </a:cubicBezTo>
                  <a:cubicBezTo>
                    <a:pt x="2037080" y="21590"/>
                    <a:pt x="2034540" y="22860"/>
                    <a:pt x="2030730" y="20320"/>
                  </a:cubicBezTo>
                  <a:lnTo>
                    <a:pt x="2029460" y="21590"/>
                  </a:lnTo>
                  <a:cubicBezTo>
                    <a:pt x="2032000" y="24130"/>
                    <a:pt x="2033270" y="27940"/>
                    <a:pt x="2035810" y="30480"/>
                  </a:cubicBezTo>
                  <a:cubicBezTo>
                    <a:pt x="2032000" y="31750"/>
                    <a:pt x="2026920" y="34290"/>
                    <a:pt x="2024380" y="33020"/>
                  </a:cubicBezTo>
                  <a:cubicBezTo>
                    <a:pt x="2018030" y="31750"/>
                    <a:pt x="2015490" y="34290"/>
                    <a:pt x="2010410" y="36830"/>
                  </a:cubicBezTo>
                  <a:cubicBezTo>
                    <a:pt x="2005330" y="40640"/>
                    <a:pt x="1998980" y="43180"/>
                    <a:pt x="1993900" y="45720"/>
                  </a:cubicBezTo>
                  <a:cubicBezTo>
                    <a:pt x="1992630" y="45720"/>
                    <a:pt x="1991360" y="45720"/>
                    <a:pt x="1990090" y="44450"/>
                  </a:cubicBezTo>
                  <a:cubicBezTo>
                    <a:pt x="1988820" y="44450"/>
                    <a:pt x="1987550" y="43180"/>
                    <a:pt x="1987550" y="43180"/>
                  </a:cubicBezTo>
                  <a:cubicBezTo>
                    <a:pt x="1981200" y="45720"/>
                    <a:pt x="1974850" y="48260"/>
                    <a:pt x="1968500" y="45720"/>
                  </a:cubicBezTo>
                  <a:cubicBezTo>
                    <a:pt x="1967230" y="45720"/>
                    <a:pt x="1967230" y="46990"/>
                    <a:pt x="1965960" y="46990"/>
                  </a:cubicBezTo>
                  <a:cubicBezTo>
                    <a:pt x="1958340" y="49530"/>
                    <a:pt x="1953260" y="58420"/>
                    <a:pt x="1943100" y="58420"/>
                  </a:cubicBezTo>
                  <a:cubicBezTo>
                    <a:pt x="1935480" y="58420"/>
                    <a:pt x="1927860" y="64770"/>
                    <a:pt x="1920240" y="64770"/>
                  </a:cubicBezTo>
                  <a:cubicBezTo>
                    <a:pt x="1911350" y="66040"/>
                    <a:pt x="1903730" y="68580"/>
                    <a:pt x="1896110" y="72390"/>
                  </a:cubicBezTo>
                  <a:cubicBezTo>
                    <a:pt x="1893570" y="73660"/>
                    <a:pt x="1891030" y="73660"/>
                    <a:pt x="1889760" y="73660"/>
                  </a:cubicBezTo>
                  <a:cubicBezTo>
                    <a:pt x="1883410" y="71120"/>
                    <a:pt x="1879600" y="74930"/>
                    <a:pt x="1877060" y="78740"/>
                  </a:cubicBezTo>
                  <a:cubicBezTo>
                    <a:pt x="1870710" y="87630"/>
                    <a:pt x="1860550" y="90170"/>
                    <a:pt x="1851660" y="92710"/>
                  </a:cubicBezTo>
                  <a:cubicBezTo>
                    <a:pt x="1840230" y="95250"/>
                    <a:pt x="1828800" y="96520"/>
                    <a:pt x="1817370" y="97790"/>
                  </a:cubicBezTo>
                  <a:cubicBezTo>
                    <a:pt x="1816100" y="97790"/>
                    <a:pt x="1814830" y="101600"/>
                    <a:pt x="1812290" y="102870"/>
                  </a:cubicBezTo>
                  <a:cubicBezTo>
                    <a:pt x="1811020" y="102870"/>
                    <a:pt x="1809750" y="101600"/>
                    <a:pt x="1809750" y="101600"/>
                  </a:cubicBezTo>
                  <a:cubicBezTo>
                    <a:pt x="1803400" y="109220"/>
                    <a:pt x="1799590" y="120650"/>
                    <a:pt x="1786890" y="119380"/>
                  </a:cubicBezTo>
                  <a:lnTo>
                    <a:pt x="1785620" y="119380"/>
                  </a:lnTo>
                  <a:cubicBezTo>
                    <a:pt x="1775460" y="125730"/>
                    <a:pt x="1765300" y="123190"/>
                    <a:pt x="1756410" y="120650"/>
                  </a:cubicBezTo>
                  <a:cubicBezTo>
                    <a:pt x="1753870" y="120650"/>
                    <a:pt x="1750060" y="118110"/>
                    <a:pt x="1748790" y="115570"/>
                  </a:cubicBezTo>
                  <a:cubicBezTo>
                    <a:pt x="1744980" y="107950"/>
                    <a:pt x="1734820" y="105410"/>
                    <a:pt x="1727200" y="107950"/>
                  </a:cubicBezTo>
                  <a:cubicBezTo>
                    <a:pt x="1720850" y="110490"/>
                    <a:pt x="1714500" y="111760"/>
                    <a:pt x="1708150" y="114300"/>
                  </a:cubicBezTo>
                  <a:cubicBezTo>
                    <a:pt x="1697990" y="116840"/>
                    <a:pt x="1689100" y="118110"/>
                    <a:pt x="1678940" y="113030"/>
                  </a:cubicBezTo>
                  <a:cubicBezTo>
                    <a:pt x="1668780" y="107950"/>
                    <a:pt x="1661160" y="111760"/>
                    <a:pt x="1656080" y="123190"/>
                  </a:cubicBezTo>
                  <a:cubicBezTo>
                    <a:pt x="1652270" y="130810"/>
                    <a:pt x="1642110" y="132080"/>
                    <a:pt x="1635760" y="125730"/>
                  </a:cubicBezTo>
                  <a:cubicBezTo>
                    <a:pt x="1631950" y="121920"/>
                    <a:pt x="1629410" y="123190"/>
                    <a:pt x="1625600" y="125730"/>
                  </a:cubicBezTo>
                  <a:lnTo>
                    <a:pt x="1617980" y="133350"/>
                  </a:lnTo>
                  <a:cubicBezTo>
                    <a:pt x="1616710" y="134620"/>
                    <a:pt x="1614170" y="134620"/>
                    <a:pt x="1612900" y="134620"/>
                  </a:cubicBezTo>
                  <a:lnTo>
                    <a:pt x="1605280" y="134620"/>
                  </a:lnTo>
                  <a:cubicBezTo>
                    <a:pt x="1600200" y="134620"/>
                    <a:pt x="1595120" y="133350"/>
                    <a:pt x="1590040" y="132080"/>
                  </a:cubicBezTo>
                  <a:cubicBezTo>
                    <a:pt x="1583690" y="130810"/>
                    <a:pt x="1578610" y="127000"/>
                    <a:pt x="1572260" y="125730"/>
                  </a:cubicBezTo>
                  <a:cubicBezTo>
                    <a:pt x="1562100" y="124460"/>
                    <a:pt x="1559560" y="115570"/>
                    <a:pt x="1555750" y="109220"/>
                  </a:cubicBezTo>
                  <a:cubicBezTo>
                    <a:pt x="1553210" y="105410"/>
                    <a:pt x="1548130" y="100330"/>
                    <a:pt x="1543050" y="101600"/>
                  </a:cubicBezTo>
                  <a:cubicBezTo>
                    <a:pt x="1537970" y="104140"/>
                    <a:pt x="1532890" y="101600"/>
                    <a:pt x="1529080" y="100330"/>
                  </a:cubicBezTo>
                  <a:cubicBezTo>
                    <a:pt x="1527810" y="100330"/>
                    <a:pt x="1525270" y="99060"/>
                    <a:pt x="1524000" y="99060"/>
                  </a:cubicBezTo>
                  <a:cubicBezTo>
                    <a:pt x="1515110" y="96520"/>
                    <a:pt x="1508760" y="101600"/>
                    <a:pt x="1502410" y="107950"/>
                  </a:cubicBezTo>
                  <a:lnTo>
                    <a:pt x="1497330" y="113030"/>
                  </a:lnTo>
                  <a:cubicBezTo>
                    <a:pt x="1496060" y="114300"/>
                    <a:pt x="1496060" y="116840"/>
                    <a:pt x="1494790" y="118110"/>
                  </a:cubicBezTo>
                  <a:cubicBezTo>
                    <a:pt x="1487170" y="124460"/>
                    <a:pt x="1479550" y="121920"/>
                    <a:pt x="1470660" y="118110"/>
                  </a:cubicBezTo>
                  <a:cubicBezTo>
                    <a:pt x="1463040" y="114300"/>
                    <a:pt x="1454150" y="118110"/>
                    <a:pt x="1451610" y="125730"/>
                  </a:cubicBezTo>
                  <a:cubicBezTo>
                    <a:pt x="1450340" y="130810"/>
                    <a:pt x="1449070" y="134620"/>
                    <a:pt x="1442720" y="137160"/>
                  </a:cubicBezTo>
                  <a:cubicBezTo>
                    <a:pt x="1436370" y="140970"/>
                    <a:pt x="1428750" y="143510"/>
                    <a:pt x="1427480" y="152400"/>
                  </a:cubicBezTo>
                  <a:cubicBezTo>
                    <a:pt x="1427480" y="153670"/>
                    <a:pt x="1426210" y="154940"/>
                    <a:pt x="1424940" y="154940"/>
                  </a:cubicBezTo>
                  <a:cubicBezTo>
                    <a:pt x="1421130" y="156210"/>
                    <a:pt x="1418590" y="157480"/>
                    <a:pt x="1414780" y="158750"/>
                  </a:cubicBezTo>
                  <a:lnTo>
                    <a:pt x="1403350" y="158750"/>
                  </a:lnTo>
                  <a:cubicBezTo>
                    <a:pt x="1395730" y="157480"/>
                    <a:pt x="1388110" y="154940"/>
                    <a:pt x="1380490" y="153670"/>
                  </a:cubicBezTo>
                  <a:cubicBezTo>
                    <a:pt x="1371600" y="152400"/>
                    <a:pt x="1363980" y="157480"/>
                    <a:pt x="1355090" y="158750"/>
                  </a:cubicBezTo>
                  <a:lnTo>
                    <a:pt x="1353820" y="160020"/>
                  </a:lnTo>
                  <a:cubicBezTo>
                    <a:pt x="1351280" y="163830"/>
                    <a:pt x="1347470" y="162560"/>
                    <a:pt x="1344930" y="160020"/>
                  </a:cubicBezTo>
                  <a:cubicBezTo>
                    <a:pt x="1339850" y="154940"/>
                    <a:pt x="1330960" y="153670"/>
                    <a:pt x="1324610" y="156210"/>
                  </a:cubicBezTo>
                  <a:cubicBezTo>
                    <a:pt x="1316990" y="160020"/>
                    <a:pt x="1309370" y="162560"/>
                    <a:pt x="1301750" y="165100"/>
                  </a:cubicBezTo>
                  <a:cubicBezTo>
                    <a:pt x="1299210" y="165100"/>
                    <a:pt x="1296670" y="163830"/>
                    <a:pt x="1295400" y="163830"/>
                  </a:cubicBezTo>
                  <a:cubicBezTo>
                    <a:pt x="1292860" y="163830"/>
                    <a:pt x="1289050" y="162560"/>
                    <a:pt x="1287780" y="163830"/>
                  </a:cubicBezTo>
                  <a:cubicBezTo>
                    <a:pt x="1277620" y="171450"/>
                    <a:pt x="1267460" y="168910"/>
                    <a:pt x="1258570" y="163830"/>
                  </a:cubicBezTo>
                  <a:cubicBezTo>
                    <a:pt x="1253490" y="161290"/>
                    <a:pt x="1245870" y="158750"/>
                    <a:pt x="1243330" y="151130"/>
                  </a:cubicBezTo>
                  <a:cubicBezTo>
                    <a:pt x="1242060" y="146050"/>
                    <a:pt x="1236980" y="140970"/>
                    <a:pt x="1233170" y="137160"/>
                  </a:cubicBezTo>
                  <a:cubicBezTo>
                    <a:pt x="1226820" y="130810"/>
                    <a:pt x="1220470" y="121920"/>
                    <a:pt x="1209040" y="121920"/>
                  </a:cubicBezTo>
                  <a:cubicBezTo>
                    <a:pt x="1206500" y="121920"/>
                    <a:pt x="1203960" y="116840"/>
                    <a:pt x="1202690" y="118110"/>
                  </a:cubicBezTo>
                  <a:cubicBezTo>
                    <a:pt x="1197610" y="119380"/>
                    <a:pt x="1197610" y="116840"/>
                    <a:pt x="1195070" y="114300"/>
                  </a:cubicBezTo>
                  <a:cubicBezTo>
                    <a:pt x="1192530" y="111760"/>
                    <a:pt x="1188720" y="109220"/>
                    <a:pt x="1186180" y="105410"/>
                  </a:cubicBezTo>
                  <a:cubicBezTo>
                    <a:pt x="1182370" y="100330"/>
                    <a:pt x="1178560" y="93980"/>
                    <a:pt x="1174750" y="88900"/>
                  </a:cubicBezTo>
                  <a:cubicBezTo>
                    <a:pt x="1170940" y="83820"/>
                    <a:pt x="1168400" y="77470"/>
                    <a:pt x="1164590" y="72390"/>
                  </a:cubicBezTo>
                  <a:cubicBezTo>
                    <a:pt x="1163320" y="71120"/>
                    <a:pt x="1159510" y="69850"/>
                    <a:pt x="1158240" y="71120"/>
                  </a:cubicBezTo>
                  <a:lnTo>
                    <a:pt x="1143000" y="78740"/>
                  </a:lnTo>
                  <a:cubicBezTo>
                    <a:pt x="1140460" y="80010"/>
                    <a:pt x="1139190" y="82550"/>
                    <a:pt x="1137920" y="85090"/>
                  </a:cubicBezTo>
                  <a:lnTo>
                    <a:pt x="1136650" y="83820"/>
                  </a:lnTo>
                  <a:cubicBezTo>
                    <a:pt x="1137920" y="80010"/>
                    <a:pt x="1139190" y="76200"/>
                    <a:pt x="1140460" y="74930"/>
                  </a:cubicBezTo>
                  <a:lnTo>
                    <a:pt x="1125220" y="71120"/>
                  </a:lnTo>
                  <a:cubicBezTo>
                    <a:pt x="1121410" y="69850"/>
                    <a:pt x="1115060" y="69850"/>
                    <a:pt x="1112520" y="69850"/>
                  </a:cubicBezTo>
                  <a:lnTo>
                    <a:pt x="1092200" y="69850"/>
                  </a:lnTo>
                  <a:cubicBezTo>
                    <a:pt x="1084580" y="69850"/>
                    <a:pt x="1078230" y="68580"/>
                    <a:pt x="1070610" y="69850"/>
                  </a:cubicBezTo>
                  <a:cubicBezTo>
                    <a:pt x="1065530" y="71120"/>
                    <a:pt x="1061720" y="68580"/>
                    <a:pt x="1057910" y="66040"/>
                  </a:cubicBezTo>
                  <a:cubicBezTo>
                    <a:pt x="1047750" y="58420"/>
                    <a:pt x="1037590" y="49530"/>
                    <a:pt x="1023620" y="53340"/>
                  </a:cubicBezTo>
                  <a:cubicBezTo>
                    <a:pt x="1022350" y="53340"/>
                    <a:pt x="1019810" y="52070"/>
                    <a:pt x="1018540" y="50800"/>
                  </a:cubicBezTo>
                  <a:cubicBezTo>
                    <a:pt x="1014730" y="49530"/>
                    <a:pt x="1012190" y="46990"/>
                    <a:pt x="1007110" y="44450"/>
                  </a:cubicBezTo>
                  <a:cubicBezTo>
                    <a:pt x="1007110" y="48260"/>
                    <a:pt x="1007110" y="49530"/>
                    <a:pt x="1008380" y="52070"/>
                  </a:cubicBezTo>
                  <a:cubicBezTo>
                    <a:pt x="1005840" y="54610"/>
                    <a:pt x="1004570" y="53340"/>
                    <a:pt x="1003300" y="52070"/>
                  </a:cubicBezTo>
                  <a:cubicBezTo>
                    <a:pt x="1002030" y="53340"/>
                    <a:pt x="1000760" y="55880"/>
                    <a:pt x="999490" y="55880"/>
                  </a:cubicBezTo>
                  <a:cubicBezTo>
                    <a:pt x="993140" y="58420"/>
                    <a:pt x="986790" y="59690"/>
                    <a:pt x="980440" y="62230"/>
                  </a:cubicBezTo>
                  <a:cubicBezTo>
                    <a:pt x="977900" y="63500"/>
                    <a:pt x="975360" y="64770"/>
                    <a:pt x="974090" y="66040"/>
                  </a:cubicBezTo>
                  <a:cubicBezTo>
                    <a:pt x="969010" y="69850"/>
                    <a:pt x="965200" y="76200"/>
                    <a:pt x="956310" y="74930"/>
                  </a:cubicBezTo>
                  <a:cubicBezTo>
                    <a:pt x="955040" y="74930"/>
                    <a:pt x="952500" y="77470"/>
                    <a:pt x="949960" y="77470"/>
                  </a:cubicBezTo>
                  <a:cubicBezTo>
                    <a:pt x="947420" y="78740"/>
                    <a:pt x="943610" y="78740"/>
                    <a:pt x="941070" y="80010"/>
                  </a:cubicBezTo>
                  <a:lnTo>
                    <a:pt x="938530" y="80010"/>
                  </a:lnTo>
                  <a:cubicBezTo>
                    <a:pt x="930910" y="82550"/>
                    <a:pt x="924560" y="85090"/>
                    <a:pt x="916940" y="86360"/>
                  </a:cubicBezTo>
                  <a:lnTo>
                    <a:pt x="911860" y="86360"/>
                  </a:lnTo>
                  <a:cubicBezTo>
                    <a:pt x="905510" y="86360"/>
                    <a:pt x="900430" y="85090"/>
                    <a:pt x="894080" y="85090"/>
                  </a:cubicBezTo>
                  <a:cubicBezTo>
                    <a:pt x="887730" y="85090"/>
                    <a:pt x="881380" y="87630"/>
                    <a:pt x="875030" y="87630"/>
                  </a:cubicBezTo>
                  <a:cubicBezTo>
                    <a:pt x="867410" y="87630"/>
                    <a:pt x="858520" y="87630"/>
                    <a:pt x="852170" y="82550"/>
                  </a:cubicBezTo>
                  <a:cubicBezTo>
                    <a:pt x="850900" y="81280"/>
                    <a:pt x="847090" y="81280"/>
                    <a:pt x="844550" y="82550"/>
                  </a:cubicBezTo>
                  <a:cubicBezTo>
                    <a:pt x="835660" y="83820"/>
                    <a:pt x="826770" y="85090"/>
                    <a:pt x="819150" y="87630"/>
                  </a:cubicBezTo>
                  <a:cubicBezTo>
                    <a:pt x="811530" y="90170"/>
                    <a:pt x="807720" y="87630"/>
                    <a:pt x="805180" y="81280"/>
                  </a:cubicBezTo>
                  <a:cubicBezTo>
                    <a:pt x="803910" y="78740"/>
                    <a:pt x="801370" y="76200"/>
                    <a:pt x="798830" y="73660"/>
                  </a:cubicBezTo>
                  <a:cubicBezTo>
                    <a:pt x="795020" y="71120"/>
                    <a:pt x="791210" y="67310"/>
                    <a:pt x="787400" y="67310"/>
                  </a:cubicBezTo>
                  <a:cubicBezTo>
                    <a:pt x="778510" y="67310"/>
                    <a:pt x="773430" y="62230"/>
                    <a:pt x="767080" y="58420"/>
                  </a:cubicBezTo>
                  <a:cubicBezTo>
                    <a:pt x="756920" y="52070"/>
                    <a:pt x="748030" y="44450"/>
                    <a:pt x="735330" y="45720"/>
                  </a:cubicBezTo>
                  <a:lnTo>
                    <a:pt x="735330" y="39370"/>
                  </a:lnTo>
                  <a:cubicBezTo>
                    <a:pt x="737870" y="39370"/>
                    <a:pt x="740410" y="39370"/>
                    <a:pt x="742950" y="38100"/>
                  </a:cubicBezTo>
                  <a:cubicBezTo>
                    <a:pt x="739140" y="35560"/>
                    <a:pt x="739140" y="31750"/>
                    <a:pt x="736600" y="29210"/>
                  </a:cubicBezTo>
                  <a:cubicBezTo>
                    <a:pt x="731520" y="25400"/>
                    <a:pt x="726440" y="24130"/>
                    <a:pt x="721360" y="21590"/>
                  </a:cubicBezTo>
                  <a:cubicBezTo>
                    <a:pt x="717550" y="20320"/>
                    <a:pt x="712470" y="20320"/>
                    <a:pt x="715010" y="26670"/>
                  </a:cubicBezTo>
                  <a:cubicBezTo>
                    <a:pt x="708660" y="27940"/>
                    <a:pt x="703580" y="27940"/>
                    <a:pt x="701040" y="30480"/>
                  </a:cubicBezTo>
                  <a:cubicBezTo>
                    <a:pt x="695960" y="34290"/>
                    <a:pt x="690880" y="31750"/>
                    <a:pt x="687070" y="29210"/>
                  </a:cubicBezTo>
                  <a:cubicBezTo>
                    <a:pt x="684530" y="27940"/>
                    <a:pt x="681990" y="26670"/>
                    <a:pt x="679450" y="27940"/>
                  </a:cubicBezTo>
                  <a:cubicBezTo>
                    <a:pt x="664210" y="35560"/>
                    <a:pt x="648970" y="31750"/>
                    <a:pt x="633730" y="31750"/>
                  </a:cubicBezTo>
                  <a:cubicBezTo>
                    <a:pt x="631190" y="31750"/>
                    <a:pt x="628650" y="30480"/>
                    <a:pt x="624840" y="30480"/>
                  </a:cubicBezTo>
                  <a:cubicBezTo>
                    <a:pt x="619760" y="29210"/>
                    <a:pt x="615950" y="26670"/>
                    <a:pt x="610870" y="25400"/>
                  </a:cubicBezTo>
                  <a:cubicBezTo>
                    <a:pt x="605790" y="24130"/>
                    <a:pt x="599440" y="22860"/>
                    <a:pt x="594360" y="21590"/>
                  </a:cubicBezTo>
                  <a:lnTo>
                    <a:pt x="590550" y="21590"/>
                  </a:lnTo>
                  <a:cubicBezTo>
                    <a:pt x="581660" y="21590"/>
                    <a:pt x="572770" y="22860"/>
                    <a:pt x="565150" y="22860"/>
                  </a:cubicBezTo>
                  <a:cubicBezTo>
                    <a:pt x="558800" y="22860"/>
                    <a:pt x="552450" y="20320"/>
                    <a:pt x="544830" y="19050"/>
                  </a:cubicBezTo>
                  <a:cubicBezTo>
                    <a:pt x="543560" y="8890"/>
                    <a:pt x="533400" y="11430"/>
                    <a:pt x="527050" y="6350"/>
                  </a:cubicBezTo>
                  <a:cubicBezTo>
                    <a:pt x="525780" y="5080"/>
                    <a:pt x="523240" y="6350"/>
                    <a:pt x="521970" y="6350"/>
                  </a:cubicBezTo>
                  <a:cubicBezTo>
                    <a:pt x="514350" y="5080"/>
                    <a:pt x="509270" y="8890"/>
                    <a:pt x="506730" y="15240"/>
                  </a:cubicBezTo>
                  <a:cubicBezTo>
                    <a:pt x="502920" y="21590"/>
                    <a:pt x="492760" y="24130"/>
                    <a:pt x="496570" y="34290"/>
                  </a:cubicBezTo>
                  <a:cubicBezTo>
                    <a:pt x="497840" y="35560"/>
                    <a:pt x="500380" y="36830"/>
                    <a:pt x="501650" y="39370"/>
                  </a:cubicBezTo>
                  <a:cubicBezTo>
                    <a:pt x="501650" y="43180"/>
                    <a:pt x="500380" y="45720"/>
                    <a:pt x="496570" y="44450"/>
                  </a:cubicBezTo>
                  <a:cubicBezTo>
                    <a:pt x="495300" y="44450"/>
                    <a:pt x="494030" y="46990"/>
                    <a:pt x="492760" y="48260"/>
                  </a:cubicBezTo>
                  <a:cubicBezTo>
                    <a:pt x="491490" y="49530"/>
                    <a:pt x="491490" y="52070"/>
                    <a:pt x="490220" y="52070"/>
                  </a:cubicBezTo>
                  <a:cubicBezTo>
                    <a:pt x="482600" y="54610"/>
                    <a:pt x="477520" y="60960"/>
                    <a:pt x="468630" y="59690"/>
                  </a:cubicBezTo>
                  <a:lnTo>
                    <a:pt x="466090" y="59690"/>
                  </a:lnTo>
                  <a:cubicBezTo>
                    <a:pt x="458470" y="66040"/>
                    <a:pt x="450850" y="64770"/>
                    <a:pt x="441960" y="63500"/>
                  </a:cubicBezTo>
                  <a:cubicBezTo>
                    <a:pt x="438150" y="62230"/>
                    <a:pt x="433070" y="63500"/>
                    <a:pt x="427990" y="63500"/>
                  </a:cubicBezTo>
                  <a:cubicBezTo>
                    <a:pt x="424180" y="63500"/>
                    <a:pt x="420370" y="63500"/>
                    <a:pt x="416560" y="60960"/>
                  </a:cubicBezTo>
                  <a:cubicBezTo>
                    <a:pt x="411480" y="58420"/>
                    <a:pt x="406400" y="54610"/>
                    <a:pt x="401320" y="52070"/>
                  </a:cubicBezTo>
                  <a:cubicBezTo>
                    <a:pt x="396240" y="49530"/>
                    <a:pt x="389890" y="49530"/>
                    <a:pt x="389890" y="40640"/>
                  </a:cubicBezTo>
                  <a:cubicBezTo>
                    <a:pt x="389890" y="39370"/>
                    <a:pt x="387350" y="38100"/>
                    <a:pt x="387350" y="36830"/>
                  </a:cubicBezTo>
                  <a:cubicBezTo>
                    <a:pt x="378460" y="44450"/>
                    <a:pt x="370840" y="50800"/>
                    <a:pt x="363220" y="57150"/>
                  </a:cubicBezTo>
                  <a:cubicBezTo>
                    <a:pt x="359410" y="60960"/>
                    <a:pt x="354330" y="66040"/>
                    <a:pt x="356870" y="72390"/>
                  </a:cubicBezTo>
                  <a:cubicBezTo>
                    <a:pt x="356870" y="73660"/>
                    <a:pt x="355600" y="74930"/>
                    <a:pt x="355600" y="76200"/>
                  </a:cubicBezTo>
                  <a:cubicBezTo>
                    <a:pt x="354330" y="78740"/>
                    <a:pt x="353060" y="81280"/>
                    <a:pt x="350520" y="82550"/>
                  </a:cubicBezTo>
                  <a:cubicBezTo>
                    <a:pt x="347980" y="86360"/>
                    <a:pt x="345440" y="90170"/>
                    <a:pt x="342900" y="95250"/>
                  </a:cubicBezTo>
                  <a:lnTo>
                    <a:pt x="335280" y="102870"/>
                  </a:lnTo>
                  <a:cubicBezTo>
                    <a:pt x="332740" y="106680"/>
                    <a:pt x="330200" y="110490"/>
                    <a:pt x="326390" y="113030"/>
                  </a:cubicBezTo>
                  <a:cubicBezTo>
                    <a:pt x="317500" y="120650"/>
                    <a:pt x="308610" y="128270"/>
                    <a:pt x="298450" y="135890"/>
                  </a:cubicBezTo>
                  <a:cubicBezTo>
                    <a:pt x="293370" y="140970"/>
                    <a:pt x="287020" y="144780"/>
                    <a:pt x="281940" y="149860"/>
                  </a:cubicBezTo>
                  <a:cubicBezTo>
                    <a:pt x="273050" y="157480"/>
                    <a:pt x="262890" y="163830"/>
                    <a:pt x="257810" y="175260"/>
                  </a:cubicBezTo>
                  <a:cubicBezTo>
                    <a:pt x="257810" y="176530"/>
                    <a:pt x="255270" y="177800"/>
                    <a:pt x="254000" y="179070"/>
                  </a:cubicBezTo>
                  <a:cubicBezTo>
                    <a:pt x="247650" y="184150"/>
                    <a:pt x="237490" y="184150"/>
                    <a:pt x="237490" y="194310"/>
                  </a:cubicBezTo>
                  <a:cubicBezTo>
                    <a:pt x="227330" y="194310"/>
                    <a:pt x="222250" y="201930"/>
                    <a:pt x="217170" y="208280"/>
                  </a:cubicBezTo>
                  <a:cubicBezTo>
                    <a:pt x="213360" y="213360"/>
                    <a:pt x="209550" y="219710"/>
                    <a:pt x="204470" y="223520"/>
                  </a:cubicBezTo>
                  <a:cubicBezTo>
                    <a:pt x="199390" y="226060"/>
                    <a:pt x="193040" y="224790"/>
                    <a:pt x="186690" y="224790"/>
                  </a:cubicBezTo>
                  <a:cubicBezTo>
                    <a:pt x="184150" y="224790"/>
                    <a:pt x="181610" y="224790"/>
                    <a:pt x="181610" y="226060"/>
                  </a:cubicBezTo>
                  <a:cubicBezTo>
                    <a:pt x="176530" y="231140"/>
                    <a:pt x="170180" y="234950"/>
                    <a:pt x="166370" y="241300"/>
                  </a:cubicBezTo>
                  <a:cubicBezTo>
                    <a:pt x="162560" y="247650"/>
                    <a:pt x="158750" y="251460"/>
                    <a:pt x="152400" y="252730"/>
                  </a:cubicBezTo>
                  <a:cubicBezTo>
                    <a:pt x="146050" y="254000"/>
                    <a:pt x="139700" y="260350"/>
                    <a:pt x="130810" y="256540"/>
                  </a:cubicBezTo>
                  <a:cubicBezTo>
                    <a:pt x="123190" y="254000"/>
                    <a:pt x="114300" y="256540"/>
                    <a:pt x="109220" y="251460"/>
                  </a:cubicBezTo>
                  <a:cubicBezTo>
                    <a:pt x="99060" y="252730"/>
                    <a:pt x="91440" y="255270"/>
                    <a:pt x="82550" y="256540"/>
                  </a:cubicBezTo>
                  <a:cubicBezTo>
                    <a:pt x="72390" y="259080"/>
                    <a:pt x="60960" y="257810"/>
                    <a:pt x="52070" y="265430"/>
                  </a:cubicBezTo>
                  <a:cubicBezTo>
                    <a:pt x="44450" y="271780"/>
                    <a:pt x="38100" y="278130"/>
                    <a:pt x="26670" y="276860"/>
                  </a:cubicBezTo>
                  <a:cubicBezTo>
                    <a:pt x="27940" y="284480"/>
                    <a:pt x="29210" y="290830"/>
                    <a:pt x="30480" y="298450"/>
                  </a:cubicBezTo>
                  <a:cubicBezTo>
                    <a:pt x="33020" y="318770"/>
                    <a:pt x="35560" y="339090"/>
                    <a:pt x="36830" y="359410"/>
                  </a:cubicBezTo>
                  <a:cubicBezTo>
                    <a:pt x="40640" y="384810"/>
                    <a:pt x="41910" y="408940"/>
                    <a:pt x="39370" y="433070"/>
                  </a:cubicBezTo>
                  <a:cubicBezTo>
                    <a:pt x="36830" y="467360"/>
                    <a:pt x="25400" y="1640840"/>
                    <a:pt x="13970" y="1672590"/>
                  </a:cubicBezTo>
                  <a:lnTo>
                    <a:pt x="2540" y="1699260"/>
                  </a:lnTo>
                  <a:cubicBezTo>
                    <a:pt x="0" y="1705610"/>
                    <a:pt x="3810" y="1709420"/>
                    <a:pt x="10160" y="1710690"/>
                  </a:cubicBezTo>
                  <a:cubicBezTo>
                    <a:pt x="17780" y="1711960"/>
                    <a:pt x="20320" y="1717040"/>
                    <a:pt x="22860" y="1723390"/>
                  </a:cubicBezTo>
                  <a:cubicBezTo>
                    <a:pt x="25400" y="1733550"/>
                    <a:pt x="21590" y="1743710"/>
                    <a:pt x="26670" y="1753870"/>
                  </a:cubicBezTo>
                  <a:cubicBezTo>
                    <a:pt x="29210" y="1758950"/>
                    <a:pt x="26670" y="1767840"/>
                    <a:pt x="25400" y="1775460"/>
                  </a:cubicBezTo>
                  <a:cubicBezTo>
                    <a:pt x="24130" y="1785620"/>
                    <a:pt x="26670" y="1795780"/>
                    <a:pt x="30480" y="1804670"/>
                  </a:cubicBezTo>
                  <a:cubicBezTo>
                    <a:pt x="39370" y="1819910"/>
                    <a:pt x="40640" y="1837690"/>
                    <a:pt x="40640" y="1854200"/>
                  </a:cubicBezTo>
                  <a:cubicBezTo>
                    <a:pt x="40640" y="1858010"/>
                    <a:pt x="41910" y="1861820"/>
                    <a:pt x="43180" y="1864360"/>
                  </a:cubicBezTo>
                  <a:cubicBezTo>
                    <a:pt x="45720" y="1866900"/>
                    <a:pt x="50800" y="1869440"/>
                    <a:pt x="55880" y="1870710"/>
                  </a:cubicBezTo>
                  <a:lnTo>
                    <a:pt x="86360" y="1885950"/>
                  </a:lnTo>
                  <a:cubicBezTo>
                    <a:pt x="100330" y="1893570"/>
                    <a:pt x="111760" y="1892300"/>
                    <a:pt x="124460" y="1883410"/>
                  </a:cubicBezTo>
                  <a:cubicBezTo>
                    <a:pt x="125730" y="1882140"/>
                    <a:pt x="129540" y="1880870"/>
                    <a:pt x="130810" y="1880870"/>
                  </a:cubicBezTo>
                  <a:cubicBezTo>
                    <a:pt x="139700" y="1882140"/>
                    <a:pt x="148590" y="1882140"/>
                    <a:pt x="156210" y="1889760"/>
                  </a:cubicBezTo>
                  <a:cubicBezTo>
                    <a:pt x="165100" y="1897380"/>
                    <a:pt x="177800" y="1902460"/>
                    <a:pt x="187960" y="1908810"/>
                  </a:cubicBezTo>
                  <a:cubicBezTo>
                    <a:pt x="194310" y="1912620"/>
                    <a:pt x="201930" y="1917700"/>
                    <a:pt x="205740" y="1922780"/>
                  </a:cubicBezTo>
                  <a:cubicBezTo>
                    <a:pt x="208280" y="1925320"/>
                    <a:pt x="210820" y="1927860"/>
                    <a:pt x="213360" y="1929130"/>
                  </a:cubicBezTo>
                  <a:cubicBezTo>
                    <a:pt x="227330" y="1934210"/>
                    <a:pt x="234950" y="1946910"/>
                    <a:pt x="243840" y="1957070"/>
                  </a:cubicBezTo>
                  <a:cubicBezTo>
                    <a:pt x="251460" y="1965960"/>
                    <a:pt x="261620" y="1971040"/>
                    <a:pt x="273050" y="1972310"/>
                  </a:cubicBezTo>
                  <a:cubicBezTo>
                    <a:pt x="285750" y="1974850"/>
                    <a:pt x="298450" y="1976120"/>
                    <a:pt x="311150" y="1978660"/>
                  </a:cubicBezTo>
                  <a:cubicBezTo>
                    <a:pt x="316230" y="1979930"/>
                    <a:pt x="322580" y="1981200"/>
                    <a:pt x="327660" y="1983740"/>
                  </a:cubicBezTo>
                  <a:cubicBezTo>
                    <a:pt x="334010" y="1986280"/>
                    <a:pt x="340360" y="1986280"/>
                    <a:pt x="345440" y="1990090"/>
                  </a:cubicBezTo>
                  <a:cubicBezTo>
                    <a:pt x="353060" y="1996440"/>
                    <a:pt x="360680" y="2000250"/>
                    <a:pt x="370840" y="1997710"/>
                  </a:cubicBezTo>
                  <a:cubicBezTo>
                    <a:pt x="374650" y="1996440"/>
                    <a:pt x="379730" y="1998980"/>
                    <a:pt x="383540" y="2000250"/>
                  </a:cubicBezTo>
                  <a:cubicBezTo>
                    <a:pt x="384810" y="2000250"/>
                    <a:pt x="386080" y="2001520"/>
                    <a:pt x="387350" y="2001520"/>
                  </a:cubicBezTo>
                  <a:cubicBezTo>
                    <a:pt x="401320" y="2002790"/>
                    <a:pt x="414020" y="2000250"/>
                    <a:pt x="426720" y="1997710"/>
                  </a:cubicBezTo>
                  <a:cubicBezTo>
                    <a:pt x="431800" y="1996440"/>
                    <a:pt x="436880" y="1995170"/>
                    <a:pt x="441960" y="1992630"/>
                  </a:cubicBezTo>
                  <a:cubicBezTo>
                    <a:pt x="455930" y="1986280"/>
                    <a:pt x="469900" y="1979930"/>
                    <a:pt x="482600" y="1972310"/>
                  </a:cubicBezTo>
                  <a:cubicBezTo>
                    <a:pt x="491490" y="1967230"/>
                    <a:pt x="500380" y="1962150"/>
                    <a:pt x="510540" y="1967230"/>
                  </a:cubicBezTo>
                  <a:lnTo>
                    <a:pt x="515620" y="1967230"/>
                  </a:lnTo>
                  <a:cubicBezTo>
                    <a:pt x="524510" y="1967230"/>
                    <a:pt x="533400" y="1965960"/>
                    <a:pt x="541020" y="1964690"/>
                  </a:cubicBezTo>
                  <a:cubicBezTo>
                    <a:pt x="542290" y="1964690"/>
                    <a:pt x="544830" y="1964690"/>
                    <a:pt x="544830" y="1963420"/>
                  </a:cubicBezTo>
                  <a:cubicBezTo>
                    <a:pt x="548640" y="1958340"/>
                    <a:pt x="554990" y="1958340"/>
                    <a:pt x="561340" y="1957070"/>
                  </a:cubicBezTo>
                  <a:cubicBezTo>
                    <a:pt x="571500" y="1955800"/>
                    <a:pt x="581660" y="1955800"/>
                    <a:pt x="589280" y="1949450"/>
                  </a:cubicBezTo>
                  <a:cubicBezTo>
                    <a:pt x="596900" y="1944370"/>
                    <a:pt x="604520" y="1943100"/>
                    <a:pt x="613410" y="1941830"/>
                  </a:cubicBezTo>
                  <a:cubicBezTo>
                    <a:pt x="614680" y="1941830"/>
                    <a:pt x="617220" y="1940560"/>
                    <a:pt x="618490" y="1940560"/>
                  </a:cubicBezTo>
                  <a:cubicBezTo>
                    <a:pt x="624840" y="1939290"/>
                    <a:pt x="631190" y="1935480"/>
                    <a:pt x="636270" y="1936750"/>
                  </a:cubicBezTo>
                  <a:cubicBezTo>
                    <a:pt x="647700" y="1939290"/>
                    <a:pt x="652780" y="1935480"/>
                    <a:pt x="660400" y="1925320"/>
                  </a:cubicBezTo>
                  <a:cubicBezTo>
                    <a:pt x="661670" y="1922780"/>
                    <a:pt x="665480" y="1921510"/>
                    <a:pt x="668020" y="1920240"/>
                  </a:cubicBezTo>
                  <a:cubicBezTo>
                    <a:pt x="674370" y="1918970"/>
                    <a:pt x="680720" y="1920240"/>
                    <a:pt x="687070" y="1918970"/>
                  </a:cubicBezTo>
                  <a:cubicBezTo>
                    <a:pt x="690880" y="1918970"/>
                    <a:pt x="694690" y="1915160"/>
                    <a:pt x="697230" y="1915160"/>
                  </a:cubicBezTo>
                  <a:cubicBezTo>
                    <a:pt x="707390" y="1916430"/>
                    <a:pt x="718820" y="1912620"/>
                    <a:pt x="727710" y="1918970"/>
                  </a:cubicBezTo>
                  <a:cubicBezTo>
                    <a:pt x="728980" y="1920240"/>
                    <a:pt x="731520" y="1920240"/>
                    <a:pt x="734060" y="1920240"/>
                  </a:cubicBezTo>
                  <a:cubicBezTo>
                    <a:pt x="750570" y="1921510"/>
                    <a:pt x="764540" y="1926590"/>
                    <a:pt x="775970" y="1936750"/>
                  </a:cubicBezTo>
                  <a:cubicBezTo>
                    <a:pt x="779780" y="1940560"/>
                    <a:pt x="784860" y="1943100"/>
                    <a:pt x="788670" y="1945640"/>
                  </a:cubicBezTo>
                  <a:cubicBezTo>
                    <a:pt x="792480" y="1948180"/>
                    <a:pt x="797560" y="1948180"/>
                    <a:pt x="801370" y="1949450"/>
                  </a:cubicBezTo>
                  <a:cubicBezTo>
                    <a:pt x="805180" y="1950720"/>
                    <a:pt x="807720" y="1951990"/>
                    <a:pt x="811530" y="1951990"/>
                  </a:cubicBezTo>
                  <a:cubicBezTo>
                    <a:pt x="817880" y="1951990"/>
                    <a:pt x="822960" y="1954530"/>
                    <a:pt x="826770" y="1959610"/>
                  </a:cubicBezTo>
                  <a:cubicBezTo>
                    <a:pt x="828040" y="1960880"/>
                    <a:pt x="829310" y="1962150"/>
                    <a:pt x="830580" y="1964690"/>
                  </a:cubicBezTo>
                  <a:cubicBezTo>
                    <a:pt x="829310" y="1968500"/>
                    <a:pt x="836930" y="1978660"/>
                    <a:pt x="842010" y="1978660"/>
                  </a:cubicBezTo>
                  <a:cubicBezTo>
                    <a:pt x="850900" y="1978660"/>
                    <a:pt x="859790" y="1981200"/>
                    <a:pt x="867410" y="1987550"/>
                  </a:cubicBezTo>
                  <a:cubicBezTo>
                    <a:pt x="868680" y="1988820"/>
                    <a:pt x="871220" y="1988820"/>
                    <a:pt x="873760" y="1987550"/>
                  </a:cubicBezTo>
                  <a:cubicBezTo>
                    <a:pt x="877570" y="1986280"/>
                    <a:pt x="880110" y="1986280"/>
                    <a:pt x="882650" y="1990090"/>
                  </a:cubicBezTo>
                  <a:cubicBezTo>
                    <a:pt x="883920" y="1991360"/>
                    <a:pt x="889000" y="1991360"/>
                    <a:pt x="891540" y="1991360"/>
                  </a:cubicBezTo>
                  <a:cubicBezTo>
                    <a:pt x="897890" y="1991360"/>
                    <a:pt x="905510" y="1990090"/>
                    <a:pt x="911860" y="1991360"/>
                  </a:cubicBezTo>
                  <a:cubicBezTo>
                    <a:pt x="923290" y="1992630"/>
                    <a:pt x="933450" y="1993900"/>
                    <a:pt x="944880" y="1996440"/>
                  </a:cubicBezTo>
                  <a:cubicBezTo>
                    <a:pt x="947420" y="1996440"/>
                    <a:pt x="949960" y="1997710"/>
                    <a:pt x="951230" y="1998980"/>
                  </a:cubicBezTo>
                  <a:cubicBezTo>
                    <a:pt x="953770" y="2005330"/>
                    <a:pt x="960120" y="2005330"/>
                    <a:pt x="963930" y="2006600"/>
                  </a:cubicBezTo>
                  <a:cubicBezTo>
                    <a:pt x="967740" y="2007870"/>
                    <a:pt x="972820" y="2009140"/>
                    <a:pt x="975360" y="2009140"/>
                  </a:cubicBezTo>
                  <a:cubicBezTo>
                    <a:pt x="976630" y="2007870"/>
                    <a:pt x="979170" y="2006600"/>
                    <a:pt x="981710" y="2004060"/>
                  </a:cubicBezTo>
                  <a:cubicBezTo>
                    <a:pt x="976630" y="2004060"/>
                    <a:pt x="974090" y="2005330"/>
                    <a:pt x="971550" y="2005330"/>
                  </a:cubicBezTo>
                  <a:cubicBezTo>
                    <a:pt x="976630" y="1998980"/>
                    <a:pt x="981710" y="1997710"/>
                    <a:pt x="988060" y="2001520"/>
                  </a:cubicBezTo>
                  <a:cubicBezTo>
                    <a:pt x="995680" y="2007870"/>
                    <a:pt x="1002030" y="2007870"/>
                    <a:pt x="1010920" y="2001520"/>
                  </a:cubicBezTo>
                  <a:lnTo>
                    <a:pt x="1018540" y="1997710"/>
                  </a:lnTo>
                  <a:lnTo>
                    <a:pt x="1018540" y="1991360"/>
                  </a:lnTo>
                  <a:cubicBezTo>
                    <a:pt x="1022350" y="1992630"/>
                    <a:pt x="1026160" y="1995170"/>
                    <a:pt x="1028700" y="1995170"/>
                  </a:cubicBezTo>
                  <a:cubicBezTo>
                    <a:pt x="1036320" y="1991360"/>
                    <a:pt x="1043940" y="1987550"/>
                    <a:pt x="1050290" y="1982470"/>
                  </a:cubicBezTo>
                  <a:cubicBezTo>
                    <a:pt x="1057910" y="1977390"/>
                    <a:pt x="1064260" y="1971040"/>
                    <a:pt x="1070610" y="1965960"/>
                  </a:cubicBezTo>
                  <a:cubicBezTo>
                    <a:pt x="1071880" y="1965960"/>
                    <a:pt x="1071880" y="1964690"/>
                    <a:pt x="1073150" y="1964690"/>
                  </a:cubicBezTo>
                  <a:cubicBezTo>
                    <a:pt x="1082040" y="1962150"/>
                    <a:pt x="1089660" y="1960880"/>
                    <a:pt x="1098550" y="1958340"/>
                  </a:cubicBezTo>
                  <a:cubicBezTo>
                    <a:pt x="1103630" y="1957070"/>
                    <a:pt x="1107440" y="1954530"/>
                    <a:pt x="1112520" y="1953260"/>
                  </a:cubicBezTo>
                  <a:cubicBezTo>
                    <a:pt x="1116330" y="1951990"/>
                    <a:pt x="1118870" y="1951990"/>
                    <a:pt x="1122680" y="1950720"/>
                  </a:cubicBezTo>
                  <a:lnTo>
                    <a:pt x="1135380" y="1950720"/>
                  </a:lnTo>
                  <a:cubicBezTo>
                    <a:pt x="1137920" y="1950720"/>
                    <a:pt x="1141730" y="1950720"/>
                    <a:pt x="1144270" y="1949450"/>
                  </a:cubicBezTo>
                  <a:cubicBezTo>
                    <a:pt x="1145540" y="1946910"/>
                    <a:pt x="1148080" y="1943100"/>
                    <a:pt x="1149350" y="1943100"/>
                  </a:cubicBezTo>
                  <a:cubicBezTo>
                    <a:pt x="1153160" y="1943100"/>
                    <a:pt x="1155700" y="1945640"/>
                    <a:pt x="1159510" y="1946910"/>
                  </a:cubicBezTo>
                  <a:cubicBezTo>
                    <a:pt x="1160780" y="1946910"/>
                    <a:pt x="1160780" y="1948180"/>
                    <a:pt x="1160780" y="1949450"/>
                  </a:cubicBezTo>
                  <a:cubicBezTo>
                    <a:pt x="1165860" y="1954530"/>
                    <a:pt x="1169670" y="1960880"/>
                    <a:pt x="1174750" y="1965960"/>
                  </a:cubicBezTo>
                  <a:cubicBezTo>
                    <a:pt x="1181100" y="1972310"/>
                    <a:pt x="1187450" y="1972310"/>
                    <a:pt x="1191260" y="1968500"/>
                  </a:cubicBezTo>
                  <a:cubicBezTo>
                    <a:pt x="1197610" y="1963420"/>
                    <a:pt x="1202690" y="1959610"/>
                    <a:pt x="1211580" y="1962150"/>
                  </a:cubicBezTo>
                  <a:cubicBezTo>
                    <a:pt x="1212850" y="1962150"/>
                    <a:pt x="1215390" y="1963420"/>
                    <a:pt x="1216660" y="1962150"/>
                  </a:cubicBezTo>
                  <a:cubicBezTo>
                    <a:pt x="1223010" y="1959610"/>
                    <a:pt x="1230630" y="1957070"/>
                    <a:pt x="1236980" y="1953260"/>
                  </a:cubicBezTo>
                  <a:cubicBezTo>
                    <a:pt x="1240790" y="1951990"/>
                    <a:pt x="1245870" y="1951990"/>
                    <a:pt x="1247140" y="1949450"/>
                  </a:cubicBezTo>
                  <a:cubicBezTo>
                    <a:pt x="1250950" y="1941830"/>
                    <a:pt x="1257300" y="1938020"/>
                    <a:pt x="1263650" y="1932940"/>
                  </a:cubicBezTo>
                  <a:cubicBezTo>
                    <a:pt x="1267460" y="1929130"/>
                    <a:pt x="1271270" y="1924050"/>
                    <a:pt x="1275080" y="1922780"/>
                  </a:cubicBezTo>
                  <a:cubicBezTo>
                    <a:pt x="1283970" y="1920240"/>
                    <a:pt x="1290320" y="1912620"/>
                    <a:pt x="1297940" y="1907540"/>
                  </a:cubicBezTo>
                  <a:cubicBezTo>
                    <a:pt x="1304290" y="1903730"/>
                    <a:pt x="1308100" y="1896110"/>
                    <a:pt x="1314450" y="1894840"/>
                  </a:cubicBezTo>
                  <a:cubicBezTo>
                    <a:pt x="1324610" y="1892300"/>
                    <a:pt x="1332230" y="1885950"/>
                    <a:pt x="1341120" y="1879600"/>
                  </a:cubicBezTo>
                  <a:cubicBezTo>
                    <a:pt x="1346200" y="1875790"/>
                    <a:pt x="1352550" y="1873250"/>
                    <a:pt x="1358900" y="1874520"/>
                  </a:cubicBezTo>
                  <a:cubicBezTo>
                    <a:pt x="1362710" y="1875790"/>
                    <a:pt x="1367790" y="1874520"/>
                    <a:pt x="1370330" y="1873250"/>
                  </a:cubicBezTo>
                  <a:cubicBezTo>
                    <a:pt x="1375410" y="1870710"/>
                    <a:pt x="1380490" y="1866900"/>
                    <a:pt x="1385570" y="1864360"/>
                  </a:cubicBezTo>
                  <a:cubicBezTo>
                    <a:pt x="1389380" y="1861820"/>
                    <a:pt x="1393190" y="1859280"/>
                    <a:pt x="1397000" y="1859280"/>
                  </a:cubicBezTo>
                  <a:cubicBezTo>
                    <a:pt x="1409700" y="1858010"/>
                    <a:pt x="1419860" y="1855470"/>
                    <a:pt x="1426210" y="1842770"/>
                  </a:cubicBezTo>
                  <a:cubicBezTo>
                    <a:pt x="1428750" y="1837690"/>
                    <a:pt x="1441450" y="1831340"/>
                    <a:pt x="1446530" y="1833880"/>
                  </a:cubicBezTo>
                  <a:cubicBezTo>
                    <a:pt x="1455420" y="1837690"/>
                    <a:pt x="1461770" y="1835150"/>
                    <a:pt x="1466850" y="1827530"/>
                  </a:cubicBezTo>
                  <a:cubicBezTo>
                    <a:pt x="1470660" y="1823720"/>
                    <a:pt x="1475740" y="1824990"/>
                    <a:pt x="1479550" y="1827530"/>
                  </a:cubicBezTo>
                  <a:cubicBezTo>
                    <a:pt x="1482090" y="1830070"/>
                    <a:pt x="1484630" y="1831340"/>
                    <a:pt x="1487170" y="1831340"/>
                  </a:cubicBezTo>
                  <a:cubicBezTo>
                    <a:pt x="1496060" y="1832610"/>
                    <a:pt x="1506220" y="1831340"/>
                    <a:pt x="1515110" y="1832610"/>
                  </a:cubicBezTo>
                  <a:cubicBezTo>
                    <a:pt x="1522730" y="1833880"/>
                    <a:pt x="1530350" y="1831340"/>
                    <a:pt x="1535430" y="1826260"/>
                  </a:cubicBezTo>
                  <a:cubicBezTo>
                    <a:pt x="1540510" y="1821180"/>
                    <a:pt x="1544320" y="1821180"/>
                    <a:pt x="1551940" y="1823720"/>
                  </a:cubicBezTo>
                  <a:cubicBezTo>
                    <a:pt x="1558290" y="1826260"/>
                    <a:pt x="1563370" y="1832610"/>
                    <a:pt x="1572260" y="1831340"/>
                  </a:cubicBezTo>
                  <a:cubicBezTo>
                    <a:pt x="1579880" y="1830070"/>
                    <a:pt x="1588770" y="1833880"/>
                    <a:pt x="1597660" y="1830070"/>
                  </a:cubicBezTo>
                  <a:lnTo>
                    <a:pt x="1602740" y="1830070"/>
                  </a:lnTo>
                  <a:cubicBezTo>
                    <a:pt x="1610360" y="1832610"/>
                    <a:pt x="1617980" y="1833880"/>
                    <a:pt x="1624330" y="1840230"/>
                  </a:cubicBezTo>
                  <a:cubicBezTo>
                    <a:pt x="1631950" y="1846580"/>
                    <a:pt x="1633220" y="1799590"/>
                    <a:pt x="1640840" y="1804670"/>
                  </a:cubicBezTo>
                  <a:cubicBezTo>
                    <a:pt x="1652270" y="1812290"/>
                    <a:pt x="1649730" y="1804670"/>
                    <a:pt x="1661160" y="1811020"/>
                  </a:cubicBezTo>
                  <a:cubicBezTo>
                    <a:pt x="1670050" y="1814830"/>
                    <a:pt x="1666240" y="1800860"/>
                    <a:pt x="1676400" y="1803400"/>
                  </a:cubicBezTo>
                  <a:cubicBezTo>
                    <a:pt x="1677670" y="1803400"/>
                    <a:pt x="1692910" y="1813560"/>
                    <a:pt x="1692910" y="1812290"/>
                  </a:cubicBezTo>
                  <a:cubicBezTo>
                    <a:pt x="1699260" y="1808480"/>
                    <a:pt x="1705610" y="1770380"/>
                    <a:pt x="1711960" y="1771650"/>
                  </a:cubicBezTo>
                  <a:cubicBezTo>
                    <a:pt x="1724660" y="1775460"/>
                    <a:pt x="1736090" y="1772920"/>
                    <a:pt x="1747520" y="1767840"/>
                  </a:cubicBezTo>
                  <a:cubicBezTo>
                    <a:pt x="1753870" y="1765300"/>
                    <a:pt x="1764030" y="1756410"/>
                    <a:pt x="1769110" y="1760220"/>
                  </a:cubicBezTo>
                  <a:cubicBezTo>
                    <a:pt x="1778000" y="1766570"/>
                    <a:pt x="1786890" y="1769110"/>
                    <a:pt x="1797050" y="1770380"/>
                  </a:cubicBezTo>
                  <a:cubicBezTo>
                    <a:pt x="1798320" y="1770380"/>
                    <a:pt x="1799590" y="1771650"/>
                    <a:pt x="1800860" y="1772920"/>
                  </a:cubicBezTo>
                  <a:cubicBezTo>
                    <a:pt x="1804670" y="1778000"/>
                    <a:pt x="1822450" y="1764030"/>
                    <a:pt x="1826260" y="1769110"/>
                  </a:cubicBezTo>
                  <a:cubicBezTo>
                    <a:pt x="1831340" y="1776730"/>
                    <a:pt x="1836420" y="1784350"/>
                    <a:pt x="1841500" y="1790700"/>
                  </a:cubicBezTo>
                  <a:cubicBezTo>
                    <a:pt x="1844040" y="1793240"/>
                    <a:pt x="1847850" y="1794510"/>
                    <a:pt x="1849120" y="1797050"/>
                  </a:cubicBezTo>
                  <a:cubicBezTo>
                    <a:pt x="1850390" y="1803400"/>
                    <a:pt x="1852930" y="1805940"/>
                    <a:pt x="1859280" y="1805940"/>
                  </a:cubicBezTo>
                  <a:cubicBezTo>
                    <a:pt x="1863090" y="1805940"/>
                    <a:pt x="1866900" y="1807210"/>
                    <a:pt x="1869440" y="1809750"/>
                  </a:cubicBezTo>
                  <a:cubicBezTo>
                    <a:pt x="1875790" y="1813560"/>
                    <a:pt x="1880870" y="1817370"/>
                    <a:pt x="1885950" y="1821180"/>
                  </a:cubicBezTo>
                  <a:cubicBezTo>
                    <a:pt x="1892300" y="1824990"/>
                    <a:pt x="1898650" y="1828800"/>
                    <a:pt x="1901190" y="1835150"/>
                  </a:cubicBezTo>
                  <a:cubicBezTo>
                    <a:pt x="1902460" y="1837690"/>
                    <a:pt x="1903730" y="1838960"/>
                    <a:pt x="1905000" y="1840230"/>
                  </a:cubicBezTo>
                  <a:cubicBezTo>
                    <a:pt x="1910080" y="1845310"/>
                    <a:pt x="1915160" y="1849120"/>
                    <a:pt x="1920240" y="1854200"/>
                  </a:cubicBezTo>
                  <a:cubicBezTo>
                    <a:pt x="1927860" y="1860550"/>
                    <a:pt x="1934210" y="1868170"/>
                    <a:pt x="1941830" y="1874520"/>
                  </a:cubicBezTo>
                  <a:cubicBezTo>
                    <a:pt x="1944370" y="1875790"/>
                    <a:pt x="1946910" y="1878330"/>
                    <a:pt x="1949450" y="1879600"/>
                  </a:cubicBezTo>
                  <a:cubicBezTo>
                    <a:pt x="1954530" y="1882140"/>
                    <a:pt x="1959610" y="1884680"/>
                    <a:pt x="1963420" y="1888490"/>
                  </a:cubicBezTo>
                  <a:cubicBezTo>
                    <a:pt x="1967230" y="1892300"/>
                    <a:pt x="1985010" y="1869440"/>
                    <a:pt x="1987550" y="1874520"/>
                  </a:cubicBezTo>
                  <a:cubicBezTo>
                    <a:pt x="1987550" y="1875790"/>
                    <a:pt x="1988820" y="1875790"/>
                    <a:pt x="1990090" y="1875790"/>
                  </a:cubicBezTo>
                  <a:cubicBezTo>
                    <a:pt x="1997710" y="1882140"/>
                    <a:pt x="2005330" y="1879600"/>
                    <a:pt x="2012950" y="1877060"/>
                  </a:cubicBezTo>
                  <a:cubicBezTo>
                    <a:pt x="2015490" y="1875790"/>
                    <a:pt x="2018030" y="1874520"/>
                    <a:pt x="2019300" y="1875790"/>
                  </a:cubicBezTo>
                  <a:cubicBezTo>
                    <a:pt x="2028190" y="1879600"/>
                    <a:pt x="2034540" y="1888490"/>
                    <a:pt x="2045970" y="1889760"/>
                  </a:cubicBezTo>
                  <a:cubicBezTo>
                    <a:pt x="2045970" y="1889760"/>
                    <a:pt x="2047240" y="1889760"/>
                    <a:pt x="2047240" y="1891030"/>
                  </a:cubicBezTo>
                  <a:cubicBezTo>
                    <a:pt x="2049780" y="1898650"/>
                    <a:pt x="2057400" y="1898650"/>
                    <a:pt x="2063750" y="1899920"/>
                  </a:cubicBezTo>
                  <a:cubicBezTo>
                    <a:pt x="2067560" y="1899920"/>
                    <a:pt x="2071370" y="1901190"/>
                    <a:pt x="2073910" y="1902460"/>
                  </a:cubicBezTo>
                  <a:cubicBezTo>
                    <a:pt x="2081530" y="1906270"/>
                    <a:pt x="2089150" y="1911350"/>
                    <a:pt x="2098040" y="1913890"/>
                  </a:cubicBezTo>
                  <a:cubicBezTo>
                    <a:pt x="2109470" y="1917700"/>
                    <a:pt x="2120900" y="1920240"/>
                    <a:pt x="2129790" y="1926590"/>
                  </a:cubicBezTo>
                  <a:cubicBezTo>
                    <a:pt x="2131060" y="1926590"/>
                    <a:pt x="2132330" y="1926590"/>
                    <a:pt x="2132330" y="1927860"/>
                  </a:cubicBezTo>
                  <a:cubicBezTo>
                    <a:pt x="2136140" y="1930400"/>
                    <a:pt x="2142490" y="1931670"/>
                    <a:pt x="2145030" y="1935480"/>
                  </a:cubicBezTo>
                  <a:cubicBezTo>
                    <a:pt x="2148840" y="1943100"/>
                    <a:pt x="2159000" y="1941830"/>
                    <a:pt x="2164080" y="1948180"/>
                  </a:cubicBezTo>
                  <a:lnTo>
                    <a:pt x="2165350" y="1948180"/>
                  </a:lnTo>
                  <a:cubicBezTo>
                    <a:pt x="2170430" y="1948180"/>
                    <a:pt x="2175510" y="1949450"/>
                    <a:pt x="2181860" y="1949450"/>
                  </a:cubicBezTo>
                  <a:cubicBezTo>
                    <a:pt x="2184400" y="1948180"/>
                    <a:pt x="2188210" y="1945640"/>
                    <a:pt x="2190750" y="1945640"/>
                  </a:cubicBezTo>
                  <a:cubicBezTo>
                    <a:pt x="2202180" y="1949450"/>
                    <a:pt x="2213610" y="1949450"/>
                    <a:pt x="2221230" y="1939290"/>
                  </a:cubicBezTo>
                  <a:cubicBezTo>
                    <a:pt x="2222500" y="1938020"/>
                    <a:pt x="2225040" y="1938020"/>
                    <a:pt x="2227580" y="1938020"/>
                  </a:cubicBezTo>
                  <a:lnTo>
                    <a:pt x="2237740" y="1938020"/>
                  </a:lnTo>
                  <a:cubicBezTo>
                    <a:pt x="2249170" y="1935480"/>
                    <a:pt x="2259330" y="1932940"/>
                    <a:pt x="2270760" y="1931670"/>
                  </a:cubicBezTo>
                  <a:cubicBezTo>
                    <a:pt x="2275840" y="1930400"/>
                    <a:pt x="2282190" y="1932940"/>
                    <a:pt x="2287270" y="1934210"/>
                  </a:cubicBezTo>
                  <a:cubicBezTo>
                    <a:pt x="2292350" y="1935480"/>
                    <a:pt x="2297430" y="1935480"/>
                    <a:pt x="2302510" y="1935480"/>
                  </a:cubicBezTo>
                  <a:cubicBezTo>
                    <a:pt x="2308860" y="1935480"/>
                    <a:pt x="2313940" y="1932940"/>
                    <a:pt x="2320290" y="1932940"/>
                  </a:cubicBezTo>
                  <a:cubicBezTo>
                    <a:pt x="2325370" y="1931670"/>
                    <a:pt x="2331720" y="1931670"/>
                    <a:pt x="2336800" y="1930400"/>
                  </a:cubicBezTo>
                  <a:cubicBezTo>
                    <a:pt x="2348230" y="1927860"/>
                    <a:pt x="2358390" y="1925320"/>
                    <a:pt x="2369820" y="1924050"/>
                  </a:cubicBezTo>
                  <a:cubicBezTo>
                    <a:pt x="2377440" y="1880870"/>
                    <a:pt x="2376170" y="1830070"/>
                    <a:pt x="2376170" y="1778000"/>
                  </a:cubicBezTo>
                  <a:close/>
                </a:path>
              </a:pathLst>
            </a:custGeom>
            <a:blipFill>
              <a:blip r:embed="rId4"/>
              <a:stretch>
                <a:fillRect l="-14979" r="-14979"/>
              </a:stretch>
            </a:blipFill>
          </p:spPr>
          <p:txBody>
            <a:bodyPr/>
            <a:lstStyle/>
            <a:p>
              <a:endParaRPr lang="en-US"/>
            </a:p>
          </p:txBody>
        </p:sp>
      </p:grpSp>
      <p:grpSp>
        <p:nvGrpSpPr>
          <p:cNvPr id="5" name="Group 5"/>
          <p:cNvGrpSpPr/>
          <p:nvPr/>
        </p:nvGrpSpPr>
        <p:grpSpPr>
          <a:xfrm>
            <a:off x="13079506" y="4931878"/>
            <a:ext cx="4602150" cy="3898292"/>
            <a:chOff x="0" y="0"/>
            <a:chExt cx="2374900" cy="2011680"/>
          </a:xfrm>
        </p:grpSpPr>
        <p:sp>
          <p:nvSpPr>
            <p:cNvPr id="6" name="Freeform 6"/>
            <p:cNvSpPr/>
            <p:nvPr/>
          </p:nvSpPr>
          <p:spPr>
            <a:xfrm>
              <a:off x="-2540" y="-2540"/>
              <a:ext cx="2377440" cy="2009140"/>
            </a:xfrm>
            <a:custGeom>
              <a:avLst/>
              <a:gdLst/>
              <a:ahLst/>
              <a:cxnLst/>
              <a:rect l="l" t="t" r="r" b="b"/>
              <a:pathLst>
                <a:path w="2377440" h="2009140">
                  <a:moveTo>
                    <a:pt x="2376170" y="1778000"/>
                  </a:moveTo>
                  <a:cubicBezTo>
                    <a:pt x="2374900" y="1276350"/>
                    <a:pt x="2359660" y="598170"/>
                    <a:pt x="2359660" y="97790"/>
                  </a:cubicBezTo>
                  <a:cubicBezTo>
                    <a:pt x="2359660" y="90170"/>
                    <a:pt x="2360930" y="82550"/>
                    <a:pt x="2360930" y="76200"/>
                  </a:cubicBezTo>
                  <a:cubicBezTo>
                    <a:pt x="2359660" y="74930"/>
                    <a:pt x="2358390" y="74930"/>
                    <a:pt x="2357120" y="73660"/>
                  </a:cubicBezTo>
                  <a:cubicBezTo>
                    <a:pt x="2357120" y="73660"/>
                    <a:pt x="2355850" y="74930"/>
                    <a:pt x="2355850" y="76200"/>
                  </a:cubicBezTo>
                  <a:cubicBezTo>
                    <a:pt x="2353310" y="82550"/>
                    <a:pt x="2348230" y="82550"/>
                    <a:pt x="2343150" y="82550"/>
                  </a:cubicBezTo>
                  <a:cubicBezTo>
                    <a:pt x="2336800" y="81280"/>
                    <a:pt x="2330450" y="74930"/>
                    <a:pt x="2322830" y="77470"/>
                  </a:cubicBezTo>
                  <a:cubicBezTo>
                    <a:pt x="2320290" y="78740"/>
                    <a:pt x="2315210" y="76200"/>
                    <a:pt x="2313940" y="73660"/>
                  </a:cubicBezTo>
                  <a:cubicBezTo>
                    <a:pt x="2310130" y="68580"/>
                    <a:pt x="2305050" y="68580"/>
                    <a:pt x="2299970" y="71120"/>
                  </a:cubicBezTo>
                  <a:cubicBezTo>
                    <a:pt x="2297430" y="72390"/>
                    <a:pt x="2294890" y="71120"/>
                    <a:pt x="2292350" y="71120"/>
                  </a:cubicBezTo>
                  <a:cubicBezTo>
                    <a:pt x="2288540" y="71120"/>
                    <a:pt x="2283460" y="69850"/>
                    <a:pt x="2279650" y="68580"/>
                  </a:cubicBezTo>
                  <a:cubicBezTo>
                    <a:pt x="2278380" y="68580"/>
                    <a:pt x="2275840" y="67310"/>
                    <a:pt x="2274570" y="67310"/>
                  </a:cubicBezTo>
                  <a:cubicBezTo>
                    <a:pt x="2270760" y="66040"/>
                    <a:pt x="2266950" y="62230"/>
                    <a:pt x="2263140" y="67310"/>
                  </a:cubicBezTo>
                  <a:cubicBezTo>
                    <a:pt x="2263140" y="67310"/>
                    <a:pt x="2260600" y="67310"/>
                    <a:pt x="2259330" y="66040"/>
                  </a:cubicBezTo>
                  <a:cubicBezTo>
                    <a:pt x="2258060" y="63500"/>
                    <a:pt x="2256790" y="59690"/>
                    <a:pt x="2255520" y="57150"/>
                  </a:cubicBezTo>
                  <a:cubicBezTo>
                    <a:pt x="2252980" y="53340"/>
                    <a:pt x="2252980" y="46990"/>
                    <a:pt x="2249170" y="44450"/>
                  </a:cubicBezTo>
                  <a:cubicBezTo>
                    <a:pt x="2246630" y="43180"/>
                    <a:pt x="2245360" y="41910"/>
                    <a:pt x="2244090" y="39370"/>
                  </a:cubicBezTo>
                  <a:cubicBezTo>
                    <a:pt x="2244090" y="38100"/>
                    <a:pt x="2241550" y="36830"/>
                    <a:pt x="2241550" y="35560"/>
                  </a:cubicBezTo>
                  <a:lnTo>
                    <a:pt x="2237740" y="31750"/>
                  </a:lnTo>
                  <a:cubicBezTo>
                    <a:pt x="2236470" y="29210"/>
                    <a:pt x="2235200" y="25400"/>
                    <a:pt x="2232660" y="24130"/>
                  </a:cubicBezTo>
                  <a:cubicBezTo>
                    <a:pt x="2227580" y="20320"/>
                    <a:pt x="2226310" y="15240"/>
                    <a:pt x="2228850" y="8890"/>
                  </a:cubicBezTo>
                  <a:cubicBezTo>
                    <a:pt x="2225040" y="7620"/>
                    <a:pt x="2222500" y="5080"/>
                    <a:pt x="2218690" y="5080"/>
                  </a:cubicBezTo>
                  <a:cubicBezTo>
                    <a:pt x="2203450" y="6350"/>
                    <a:pt x="2186940" y="8890"/>
                    <a:pt x="2171700" y="10160"/>
                  </a:cubicBezTo>
                  <a:cubicBezTo>
                    <a:pt x="2169160" y="10160"/>
                    <a:pt x="2165350" y="11430"/>
                    <a:pt x="2164080" y="12700"/>
                  </a:cubicBezTo>
                  <a:cubicBezTo>
                    <a:pt x="2153920" y="19050"/>
                    <a:pt x="2143760" y="13970"/>
                    <a:pt x="2133600" y="12700"/>
                  </a:cubicBezTo>
                  <a:cubicBezTo>
                    <a:pt x="2125980" y="12700"/>
                    <a:pt x="2118360" y="8890"/>
                    <a:pt x="2110740" y="7620"/>
                  </a:cubicBezTo>
                  <a:cubicBezTo>
                    <a:pt x="2101850" y="6350"/>
                    <a:pt x="2094230" y="7620"/>
                    <a:pt x="2085340" y="6350"/>
                  </a:cubicBezTo>
                  <a:cubicBezTo>
                    <a:pt x="2084070" y="6350"/>
                    <a:pt x="2082800" y="5080"/>
                    <a:pt x="2081530" y="3810"/>
                  </a:cubicBezTo>
                  <a:cubicBezTo>
                    <a:pt x="2078990" y="0"/>
                    <a:pt x="2073910" y="1270"/>
                    <a:pt x="2071370" y="2540"/>
                  </a:cubicBezTo>
                  <a:cubicBezTo>
                    <a:pt x="2067560" y="5080"/>
                    <a:pt x="2066290" y="8890"/>
                    <a:pt x="2063750" y="12700"/>
                  </a:cubicBezTo>
                  <a:cubicBezTo>
                    <a:pt x="2057400" y="13970"/>
                    <a:pt x="2048510" y="15240"/>
                    <a:pt x="2042160" y="19050"/>
                  </a:cubicBezTo>
                  <a:cubicBezTo>
                    <a:pt x="2037080" y="21590"/>
                    <a:pt x="2034540" y="22860"/>
                    <a:pt x="2030730" y="20320"/>
                  </a:cubicBezTo>
                  <a:lnTo>
                    <a:pt x="2029460" y="21590"/>
                  </a:lnTo>
                  <a:cubicBezTo>
                    <a:pt x="2032000" y="24130"/>
                    <a:pt x="2033270" y="27940"/>
                    <a:pt x="2035810" y="30480"/>
                  </a:cubicBezTo>
                  <a:cubicBezTo>
                    <a:pt x="2032000" y="31750"/>
                    <a:pt x="2026920" y="34290"/>
                    <a:pt x="2024380" y="33020"/>
                  </a:cubicBezTo>
                  <a:cubicBezTo>
                    <a:pt x="2018030" y="31750"/>
                    <a:pt x="2015490" y="34290"/>
                    <a:pt x="2010410" y="36830"/>
                  </a:cubicBezTo>
                  <a:cubicBezTo>
                    <a:pt x="2005330" y="40640"/>
                    <a:pt x="1998980" y="43180"/>
                    <a:pt x="1993900" y="45720"/>
                  </a:cubicBezTo>
                  <a:cubicBezTo>
                    <a:pt x="1992630" y="45720"/>
                    <a:pt x="1991360" y="45720"/>
                    <a:pt x="1990090" y="44450"/>
                  </a:cubicBezTo>
                  <a:cubicBezTo>
                    <a:pt x="1988820" y="44450"/>
                    <a:pt x="1987550" y="43180"/>
                    <a:pt x="1987550" y="43180"/>
                  </a:cubicBezTo>
                  <a:cubicBezTo>
                    <a:pt x="1981200" y="45720"/>
                    <a:pt x="1974850" y="48260"/>
                    <a:pt x="1968500" y="45720"/>
                  </a:cubicBezTo>
                  <a:cubicBezTo>
                    <a:pt x="1967230" y="45720"/>
                    <a:pt x="1967230" y="46990"/>
                    <a:pt x="1965960" y="46990"/>
                  </a:cubicBezTo>
                  <a:cubicBezTo>
                    <a:pt x="1958340" y="49530"/>
                    <a:pt x="1953260" y="58420"/>
                    <a:pt x="1943100" y="58420"/>
                  </a:cubicBezTo>
                  <a:cubicBezTo>
                    <a:pt x="1935480" y="58420"/>
                    <a:pt x="1927860" y="64770"/>
                    <a:pt x="1920240" y="64770"/>
                  </a:cubicBezTo>
                  <a:cubicBezTo>
                    <a:pt x="1911350" y="66040"/>
                    <a:pt x="1903730" y="68580"/>
                    <a:pt x="1896110" y="72390"/>
                  </a:cubicBezTo>
                  <a:cubicBezTo>
                    <a:pt x="1893570" y="73660"/>
                    <a:pt x="1891030" y="73660"/>
                    <a:pt x="1889760" y="73660"/>
                  </a:cubicBezTo>
                  <a:cubicBezTo>
                    <a:pt x="1883410" y="71120"/>
                    <a:pt x="1879600" y="74930"/>
                    <a:pt x="1877060" y="78740"/>
                  </a:cubicBezTo>
                  <a:cubicBezTo>
                    <a:pt x="1870710" y="87630"/>
                    <a:pt x="1860550" y="90170"/>
                    <a:pt x="1851660" y="92710"/>
                  </a:cubicBezTo>
                  <a:cubicBezTo>
                    <a:pt x="1840230" y="95250"/>
                    <a:pt x="1828800" y="96520"/>
                    <a:pt x="1817370" y="97790"/>
                  </a:cubicBezTo>
                  <a:cubicBezTo>
                    <a:pt x="1816100" y="97790"/>
                    <a:pt x="1814830" y="101600"/>
                    <a:pt x="1812290" y="102870"/>
                  </a:cubicBezTo>
                  <a:cubicBezTo>
                    <a:pt x="1811020" y="102870"/>
                    <a:pt x="1809750" y="101600"/>
                    <a:pt x="1809750" y="101600"/>
                  </a:cubicBezTo>
                  <a:cubicBezTo>
                    <a:pt x="1803400" y="109220"/>
                    <a:pt x="1799590" y="120650"/>
                    <a:pt x="1786890" y="119380"/>
                  </a:cubicBezTo>
                  <a:lnTo>
                    <a:pt x="1785620" y="119380"/>
                  </a:lnTo>
                  <a:cubicBezTo>
                    <a:pt x="1775460" y="125730"/>
                    <a:pt x="1765300" y="123190"/>
                    <a:pt x="1756410" y="120650"/>
                  </a:cubicBezTo>
                  <a:cubicBezTo>
                    <a:pt x="1753870" y="120650"/>
                    <a:pt x="1750060" y="118110"/>
                    <a:pt x="1748790" y="115570"/>
                  </a:cubicBezTo>
                  <a:cubicBezTo>
                    <a:pt x="1744980" y="107950"/>
                    <a:pt x="1734820" y="105410"/>
                    <a:pt x="1727200" y="107950"/>
                  </a:cubicBezTo>
                  <a:cubicBezTo>
                    <a:pt x="1720850" y="110490"/>
                    <a:pt x="1714500" y="111760"/>
                    <a:pt x="1708150" y="114300"/>
                  </a:cubicBezTo>
                  <a:cubicBezTo>
                    <a:pt x="1697990" y="116840"/>
                    <a:pt x="1689100" y="118110"/>
                    <a:pt x="1678940" y="113030"/>
                  </a:cubicBezTo>
                  <a:cubicBezTo>
                    <a:pt x="1668780" y="107950"/>
                    <a:pt x="1661160" y="111760"/>
                    <a:pt x="1656080" y="123190"/>
                  </a:cubicBezTo>
                  <a:cubicBezTo>
                    <a:pt x="1652270" y="130810"/>
                    <a:pt x="1642110" y="132080"/>
                    <a:pt x="1635760" y="125730"/>
                  </a:cubicBezTo>
                  <a:cubicBezTo>
                    <a:pt x="1631950" y="121920"/>
                    <a:pt x="1629410" y="123190"/>
                    <a:pt x="1625600" y="125730"/>
                  </a:cubicBezTo>
                  <a:lnTo>
                    <a:pt x="1617980" y="133350"/>
                  </a:lnTo>
                  <a:cubicBezTo>
                    <a:pt x="1616710" y="134620"/>
                    <a:pt x="1614170" y="134620"/>
                    <a:pt x="1612900" y="134620"/>
                  </a:cubicBezTo>
                  <a:lnTo>
                    <a:pt x="1605280" y="134620"/>
                  </a:lnTo>
                  <a:cubicBezTo>
                    <a:pt x="1600200" y="134620"/>
                    <a:pt x="1595120" y="133350"/>
                    <a:pt x="1590040" y="132080"/>
                  </a:cubicBezTo>
                  <a:cubicBezTo>
                    <a:pt x="1583690" y="130810"/>
                    <a:pt x="1578610" y="127000"/>
                    <a:pt x="1572260" y="125730"/>
                  </a:cubicBezTo>
                  <a:cubicBezTo>
                    <a:pt x="1562100" y="124460"/>
                    <a:pt x="1559560" y="115570"/>
                    <a:pt x="1555750" y="109220"/>
                  </a:cubicBezTo>
                  <a:cubicBezTo>
                    <a:pt x="1553210" y="105410"/>
                    <a:pt x="1548130" y="100330"/>
                    <a:pt x="1543050" y="101600"/>
                  </a:cubicBezTo>
                  <a:cubicBezTo>
                    <a:pt x="1537970" y="104140"/>
                    <a:pt x="1532890" y="101600"/>
                    <a:pt x="1529080" y="100330"/>
                  </a:cubicBezTo>
                  <a:cubicBezTo>
                    <a:pt x="1527810" y="100330"/>
                    <a:pt x="1525270" y="99060"/>
                    <a:pt x="1524000" y="99060"/>
                  </a:cubicBezTo>
                  <a:cubicBezTo>
                    <a:pt x="1515110" y="96520"/>
                    <a:pt x="1508760" y="101600"/>
                    <a:pt x="1502410" y="107950"/>
                  </a:cubicBezTo>
                  <a:lnTo>
                    <a:pt x="1497330" y="113030"/>
                  </a:lnTo>
                  <a:cubicBezTo>
                    <a:pt x="1496060" y="114300"/>
                    <a:pt x="1496060" y="116840"/>
                    <a:pt x="1494790" y="118110"/>
                  </a:cubicBezTo>
                  <a:cubicBezTo>
                    <a:pt x="1487170" y="124460"/>
                    <a:pt x="1479550" y="121920"/>
                    <a:pt x="1470660" y="118110"/>
                  </a:cubicBezTo>
                  <a:cubicBezTo>
                    <a:pt x="1463040" y="114300"/>
                    <a:pt x="1454150" y="118110"/>
                    <a:pt x="1451610" y="125730"/>
                  </a:cubicBezTo>
                  <a:cubicBezTo>
                    <a:pt x="1450340" y="130810"/>
                    <a:pt x="1449070" y="134620"/>
                    <a:pt x="1442720" y="137160"/>
                  </a:cubicBezTo>
                  <a:cubicBezTo>
                    <a:pt x="1436370" y="140970"/>
                    <a:pt x="1428750" y="143510"/>
                    <a:pt x="1427480" y="152400"/>
                  </a:cubicBezTo>
                  <a:cubicBezTo>
                    <a:pt x="1427480" y="153670"/>
                    <a:pt x="1426210" y="154940"/>
                    <a:pt x="1424940" y="154940"/>
                  </a:cubicBezTo>
                  <a:cubicBezTo>
                    <a:pt x="1421130" y="156210"/>
                    <a:pt x="1418590" y="157480"/>
                    <a:pt x="1414780" y="158750"/>
                  </a:cubicBezTo>
                  <a:lnTo>
                    <a:pt x="1403350" y="158750"/>
                  </a:lnTo>
                  <a:cubicBezTo>
                    <a:pt x="1395730" y="157480"/>
                    <a:pt x="1388110" y="154940"/>
                    <a:pt x="1380490" y="153670"/>
                  </a:cubicBezTo>
                  <a:cubicBezTo>
                    <a:pt x="1371600" y="152400"/>
                    <a:pt x="1363980" y="157480"/>
                    <a:pt x="1355090" y="158750"/>
                  </a:cubicBezTo>
                  <a:lnTo>
                    <a:pt x="1353820" y="160020"/>
                  </a:lnTo>
                  <a:cubicBezTo>
                    <a:pt x="1351280" y="163830"/>
                    <a:pt x="1347470" y="162560"/>
                    <a:pt x="1344930" y="160020"/>
                  </a:cubicBezTo>
                  <a:cubicBezTo>
                    <a:pt x="1339850" y="154940"/>
                    <a:pt x="1330960" y="153670"/>
                    <a:pt x="1324610" y="156210"/>
                  </a:cubicBezTo>
                  <a:cubicBezTo>
                    <a:pt x="1316990" y="160020"/>
                    <a:pt x="1309370" y="162560"/>
                    <a:pt x="1301750" y="165100"/>
                  </a:cubicBezTo>
                  <a:cubicBezTo>
                    <a:pt x="1299210" y="165100"/>
                    <a:pt x="1296670" y="163830"/>
                    <a:pt x="1295400" y="163830"/>
                  </a:cubicBezTo>
                  <a:cubicBezTo>
                    <a:pt x="1292860" y="163830"/>
                    <a:pt x="1289050" y="162560"/>
                    <a:pt x="1287780" y="163830"/>
                  </a:cubicBezTo>
                  <a:cubicBezTo>
                    <a:pt x="1277620" y="171450"/>
                    <a:pt x="1267460" y="168910"/>
                    <a:pt x="1258570" y="163830"/>
                  </a:cubicBezTo>
                  <a:cubicBezTo>
                    <a:pt x="1253490" y="161290"/>
                    <a:pt x="1245870" y="158750"/>
                    <a:pt x="1243330" y="151130"/>
                  </a:cubicBezTo>
                  <a:cubicBezTo>
                    <a:pt x="1242060" y="146050"/>
                    <a:pt x="1236980" y="140970"/>
                    <a:pt x="1233170" y="137160"/>
                  </a:cubicBezTo>
                  <a:cubicBezTo>
                    <a:pt x="1226820" y="130810"/>
                    <a:pt x="1220470" y="121920"/>
                    <a:pt x="1209040" y="121920"/>
                  </a:cubicBezTo>
                  <a:cubicBezTo>
                    <a:pt x="1206500" y="121920"/>
                    <a:pt x="1203960" y="116840"/>
                    <a:pt x="1202690" y="118110"/>
                  </a:cubicBezTo>
                  <a:cubicBezTo>
                    <a:pt x="1197610" y="119380"/>
                    <a:pt x="1197610" y="116840"/>
                    <a:pt x="1195070" y="114300"/>
                  </a:cubicBezTo>
                  <a:cubicBezTo>
                    <a:pt x="1192530" y="111760"/>
                    <a:pt x="1188720" y="109220"/>
                    <a:pt x="1186180" y="105410"/>
                  </a:cubicBezTo>
                  <a:cubicBezTo>
                    <a:pt x="1182370" y="100330"/>
                    <a:pt x="1178560" y="93980"/>
                    <a:pt x="1174750" y="88900"/>
                  </a:cubicBezTo>
                  <a:cubicBezTo>
                    <a:pt x="1170940" y="83820"/>
                    <a:pt x="1168400" y="77470"/>
                    <a:pt x="1164590" y="72390"/>
                  </a:cubicBezTo>
                  <a:cubicBezTo>
                    <a:pt x="1163320" y="71120"/>
                    <a:pt x="1159510" y="69850"/>
                    <a:pt x="1158240" y="71120"/>
                  </a:cubicBezTo>
                  <a:lnTo>
                    <a:pt x="1143000" y="78740"/>
                  </a:lnTo>
                  <a:cubicBezTo>
                    <a:pt x="1140460" y="80010"/>
                    <a:pt x="1139190" y="82550"/>
                    <a:pt x="1137920" y="85090"/>
                  </a:cubicBezTo>
                  <a:lnTo>
                    <a:pt x="1136650" y="83820"/>
                  </a:lnTo>
                  <a:cubicBezTo>
                    <a:pt x="1137920" y="80010"/>
                    <a:pt x="1139190" y="76200"/>
                    <a:pt x="1140460" y="74930"/>
                  </a:cubicBezTo>
                  <a:lnTo>
                    <a:pt x="1125220" y="71120"/>
                  </a:lnTo>
                  <a:cubicBezTo>
                    <a:pt x="1121410" y="69850"/>
                    <a:pt x="1115060" y="69850"/>
                    <a:pt x="1112520" y="69850"/>
                  </a:cubicBezTo>
                  <a:lnTo>
                    <a:pt x="1092200" y="69850"/>
                  </a:lnTo>
                  <a:cubicBezTo>
                    <a:pt x="1084580" y="69850"/>
                    <a:pt x="1078230" y="68580"/>
                    <a:pt x="1070610" y="69850"/>
                  </a:cubicBezTo>
                  <a:cubicBezTo>
                    <a:pt x="1065530" y="71120"/>
                    <a:pt x="1061720" y="68580"/>
                    <a:pt x="1057910" y="66040"/>
                  </a:cubicBezTo>
                  <a:cubicBezTo>
                    <a:pt x="1047750" y="58420"/>
                    <a:pt x="1037590" y="49530"/>
                    <a:pt x="1023620" y="53340"/>
                  </a:cubicBezTo>
                  <a:cubicBezTo>
                    <a:pt x="1022350" y="53340"/>
                    <a:pt x="1019810" y="52070"/>
                    <a:pt x="1018540" y="50800"/>
                  </a:cubicBezTo>
                  <a:cubicBezTo>
                    <a:pt x="1014730" y="49530"/>
                    <a:pt x="1012190" y="46990"/>
                    <a:pt x="1007110" y="44450"/>
                  </a:cubicBezTo>
                  <a:cubicBezTo>
                    <a:pt x="1007110" y="48260"/>
                    <a:pt x="1007110" y="49530"/>
                    <a:pt x="1008380" y="52070"/>
                  </a:cubicBezTo>
                  <a:cubicBezTo>
                    <a:pt x="1005840" y="54610"/>
                    <a:pt x="1004570" y="53340"/>
                    <a:pt x="1003300" y="52070"/>
                  </a:cubicBezTo>
                  <a:cubicBezTo>
                    <a:pt x="1002030" y="53340"/>
                    <a:pt x="1000760" y="55880"/>
                    <a:pt x="999490" y="55880"/>
                  </a:cubicBezTo>
                  <a:cubicBezTo>
                    <a:pt x="993140" y="58420"/>
                    <a:pt x="986790" y="59690"/>
                    <a:pt x="980440" y="62230"/>
                  </a:cubicBezTo>
                  <a:cubicBezTo>
                    <a:pt x="977900" y="63500"/>
                    <a:pt x="975360" y="64770"/>
                    <a:pt x="974090" y="66040"/>
                  </a:cubicBezTo>
                  <a:cubicBezTo>
                    <a:pt x="969010" y="69850"/>
                    <a:pt x="965200" y="76200"/>
                    <a:pt x="956310" y="74930"/>
                  </a:cubicBezTo>
                  <a:cubicBezTo>
                    <a:pt x="955040" y="74930"/>
                    <a:pt x="952500" y="77470"/>
                    <a:pt x="949960" y="77470"/>
                  </a:cubicBezTo>
                  <a:cubicBezTo>
                    <a:pt x="947420" y="78740"/>
                    <a:pt x="943610" y="78740"/>
                    <a:pt x="941070" y="80010"/>
                  </a:cubicBezTo>
                  <a:lnTo>
                    <a:pt x="938530" y="80010"/>
                  </a:lnTo>
                  <a:cubicBezTo>
                    <a:pt x="930910" y="82550"/>
                    <a:pt x="924560" y="85090"/>
                    <a:pt x="916940" y="86360"/>
                  </a:cubicBezTo>
                  <a:lnTo>
                    <a:pt x="911860" y="86360"/>
                  </a:lnTo>
                  <a:cubicBezTo>
                    <a:pt x="905510" y="86360"/>
                    <a:pt x="900430" y="85090"/>
                    <a:pt x="894080" y="85090"/>
                  </a:cubicBezTo>
                  <a:cubicBezTo>
                    <a:pt x="887730" y="85090"/>
                    <a:pt x="881380" y="87630"/>
                    <a:pt x="875030" y="87630"/>
                  </a:cubicBezTo>
                  <a:cubicBezTo>
                    <a:pt x="867410" y="87630"/>
                    <a:pt x="858520" y="87630"/>
                    <a:pt x="852170" y="82550"/>
                  </a:cubicBezTo>
                  <a:cubicBezTo>
                    <a:pt x="850900" y="81280"/>
                    <a:pt x="847090" y="81280"/>
                    <a:pt x="844550" y="82550"/>
                  </a:cubicBezTo>
                  <a:cubicBezTo>
                    <a:pt x="835660" y="83820"/>
                    <a:pt x="826770" y="85090"/>
                    <a:pt x="819150" y="87630"/>
                  </a:cubicBezTo>
                  <a:cubicBezTo>
                    <a:pt x="811530" y="90170"/>
                    <a:pt x="807720" y="87630"/>
                    <a:pt x="805180" y="81280"/>
                  </a:cubicBezTo>
                  <a:cubicBezTo>
                    <a:pt x="803910" y="78740"/>
                    <a:pt x="801370" y="76200"/>
                    <a:pt x="798830" y="73660"/>
                  </a:cubicBezTo>
                  <a:cubicBezTo>
                    <a:pt x="795020" y="71120"/>
                    <a:pt x="791210" y="67310"/>
                    <a:pt x="787400" y="67310"/>
                  </a:cubicBezTo>
                  <a:cubicBezTo>
                    <a:pt x="778510" y="67310"/>
                    <a:pt x="773430" y="62230"/>
                    <a:pt x="767080" y="58420"/>
                  </a:cubicBezTo>
                  <a:cubicBezTo>
                    <a:pt x="756920" y="52070"/>
                    <a:pt x="748030" y="44450"/>
                    <a:pt x="735330" y="45720"/>
                  </a:cubicBezTo>
                  <a:lnTo>
                    <a:pt x="735330" y="39370"/>
                  </a:lnTo>
                  <a:cubicBezTo>
                    <a:pt x="737870" y="39370"/>
                    <a:pt x="740410" y="39370"/>
                    <a:pt x="742950" y="38100"/>
                  </a:cubicBezTo>
                  <a:cubicBezTo>
                    <a:pt x="739140" y="35560"/>
                    <a:pt x="739140" y="31750"/>
                    <a:pt x="736600" y="29210"/>
                  </a:cubicBezTo>
                  <a:cubicBezTo>
                    <a:pt x="731520" y="25400"/>
                    <a:pt x="726440" y="24130"/>
                    <a:pt x="721360" y="21590"/>
                  </a:cubicBezTo>
                  <a:cubicBezTo>
                    <a:pt x="717550" y="20320"/>
                    <a:pt x="712470" y="20320"/>
                    <a:pt x="715010" y="26670"/>
                  </a:cubicBezTo>
                  <a:cubicBezTo>
                    <a:pt x="708660" y="27940"/>
                    <a:pt x="703580" y="27940"/>
                    <a:pt x="701040" y="30480"/>
                  </a:cubicBezTo>
                  <a:cubicBezTo>
                    <a:pt x="695960" y="34290"/>
                    <a:pt x="690880" y="31750"/>
                    <a:pt x="687070" y="29210"/>
                  </a:cubicBezTo>
                  <a:cubicBezTo>
                    <a:pt x="684530" y="27940"/>
                    <a:pt x="681990" y="26670"/>
                    <a:pt x="679450" y="27940"/>
                  </a:cubicBezTo>
                  <a:cubicBezTo>
                    <a:pt x="664210" y="35560"/>
                    <a:pt x="648970" y="31750"/>
                    <a:pt x="633730" y="31750"/>
                  </a:cubicBezTo>
                  <a:cubicBezTo>
                    <a:pt x="631190" y="31750"/>
                    <a:pt x="628650" y="30480"/>
                    <a:pt x="624840" y="30480"/>
                  </a:cubicBezTo>
                  <a:cubicBezTo>
                    <a:pt x="619760" y="29210"/>
                    <a:pt x="615950" y="26670"/>
                    <a:pt x="610870" y="25400"/>
                  </a:cubicBezTo>
                  <a:cubicBezTo>
                    <a:pt x="605790" y="24130"/>
                    <a:pt x="599440" y="22860"/>
                    <a:pt x="594360" y="21590"/>
                  </a:cubicBezTo>
                  <a:lnTo>
                    <a:pt x="590550" y="21590"/>
                  </a:lnTo>
                  <a:cubicBezTo>
                    <a:pt x="581660" y="21590"/>
                    <a:pt x="572770" y="22860"/>
                    <a:pt x="565150" y="22860"/>
                  </a:cubicBezTo>
                  <a:cubicBezTo>
                    <a:pt x="558800" y="22860"/>
                    <a:pt x="552450" y="20320"/>
                    <a:pt x="544830" y="19050"/>
                  </a:cubicBezTo>
                  <a:cubicBezTo>
                    <a:pt x="543560" y="8890"/>
                    <a:pt x="533400" y="11430"/>
                    <a:pt x="527050" y="6350"/>
                  </a:cubicBezTo>
                  <a:cubicBezTo>
                    <a:pt x="525780" y="5080"/>
                    <a:pt x="523240" y="6350"/>
                    <a:pt x="521970" y="6350"/>
                  </a:cubicBezTo>
                  <a:cubicBezTo>
                    <a:pt x="514350" y="5080"/>
                    <a:pt x="509270" y="8890"/>
                    <a:pt x="506730" y="15240"/>
                  </a:cubicBezTo>
                  <a:cubicBezTo>
                    <a:pt x="502920" y="21590"/>
                    <a:pt x="492760" y="24130"/>
                    <a:pt x="496570" y="34290"/>
                  </a:cubicBezTo>
                  <a:cubicBezTo>
                    <a:pt x="497840" y="35560"/>
                    <a:pt x="500380" y="36830"/>
                    <a:pt x="501650" y="39370"/>
                  </a:cubicBezTo>
                  <a:cubicBezTo>
                    <a:pt x="501650" y="43180"/>
                    <a:pt x="500380" y="45720"/>
                    <a:pt x="496570" y="44450"/>
                  </a:cubicBezTo>
                  <a:cubicBezTo>
                    <a:pt x="495300" y="44450"/>
                    <a:pt x="494030" y="46990"/>
                    <a:pt x="492760" y="48260"/>
                  </a:cubicBezTo>
                  <a:cubicBezTo>
                    <a:pt x="491490" y="49530"/>
                    <a:pt x="491490" y="52070"/>
                    <a:pt x="490220" y="52070"/>
                  </a:cubicBezTo>
                  <a:cubicBezTo>
                    <a:pt x="482600" y="54610"/>
                    <a:pt x="477520" y="60960"/>
                    <a:pt x="468630" y="59690"/>
                  </a:cubicBezTo>
                  <a:lnTo>
                    <a:pt x="466090" y="59690"/>
                  </a:lnTo>
                  <a:cubicBezTo>
                    <a:pt x="458470" y="66040"/>
                    <a:pt x="450850" y="64770"/>
                    <a:pt x="441960" y="63500"/>
                  </a:cubicBezTo>
                  <a:cubicBezTo>
                    <a:pt x="438150" y="62230"/>
                    <a:pt x="433070" y="63500"/>
                    <a:pt x="427990" y="63500"/>
                  </a:cubicBezTo>
                  <a:cubicBezTo>
                    <a:pt x="424180" y="63500"/>
                    <a:pt x="420370" y="63500"/>
                    <a:pt x="416560" y="60960"/>
                  </a:cubicBezTo>
                  <a:cubicBezTo>
                    <a:pt x="411480" y="58420"/>
                    <a:pt x="406400" y="54610"/>
                    <a:pt x="401320" y="52070"/>
                  </a:cubicBezTo>
                  <a:cubicBezTo>
                    <a:pt x="396240" y="49530"/>
                    <a:pt x="389890" y="49530"/>
                    <a:pt x="389890" y="40640"/>
                  </a:cubicBezTo>
                  <a:cubicBezTo>
                    <a:pt x="389890" y="39370"/>
                    <a:pt x="387350" y="38100"/>
                    <a:pt x="387350" y="36830"/>
                  </a:cubicBezTo>
                  <a:cubicBezTo>
                    <a:pt x="378460" y="44450"/>
                    <a:pt x="370840" y="50800"/>
                    <a:pt x="363220" y="57150"/>
                  </a:cubicBezTo>
                  <a:cubicBezTo>
                    <a:pt x="359410" y="60960"/>
                    <a:pt x="354330" y="66040"/>
                    <a:pt x="356870" y="72390"/>
                  </a:cubicBezTo>
                  <a:cubicBezTo>
                    <a:pt x="356870" y="73660"/>
                    <a:pt x="355600" y="74930"/>
                    <a:pt x="355600" y="76200"/>
                  </a:cubicBezTo>
                  <a:cubicBezTo>
                    <a:pt x="354330" y="78740"/>
                    <a:pt x="353060" y="81280"/>
                    <a:pt x="350520" y="82550"/>
                  </a:cubicBezTo>
                  <a:cubicBezTo>
                    <a:pt x="347980" y="86360"/>
                    <a:pt x="345440" y="90170"/>
                    <a:pt x="342900" y="95250"/>
                  </a:cubicBezTo>
                  <a:lnTo>
                    <a:pt x="335280" y="102870"/>
                  </a:lnTo>
                  <a:cubicBezTo>
                    <a:pt x="332740" y="106680"/>
                    <a:pt x="330200" y="110490"/>
                    <a:pt x="326390" y="113030"/>
                  </a:cubicBezTo>
                  <a:cubicBezTo>
                    <a:pt x="317500" y="120650"/>
                    <a:pt x="308610" y="128270"/>
                    <a:pt x="298450" y="135890"/>
                  </a:cubicBezTo>
                  <a:cubicBezTo>
                    <a:pt x="293370" y="140970"/>
                    <a:pt x="287020" y="144780"/>
                    <a:pt x="281940" y="149860"/>
                  </a:cubicBezTo>
                  <a:cubicBezTo>
                    <a:pt x="273050" y="157480"/>
                    <a:pt x="262890" y="163830"/>
                    <a:pt x="257810" y="175260"/>
                  </a:cubicBezTo>
                  <a:cubicBezTo>
                    <a:pt x="257810" y="176530"/>
                    <a:pt x="255270" y="177800"/>
                    <a:pt x="254000" y="179070"/>
                  </a:cubicBezTo>
                  <a:cubicBezTo>
                    <a:pt x="247650" y="184150"/>
                    <a:pt x="237490" y="184150"/>
                    <a:pt x="237490" y="194310"/>
                  </a:cubicBezTo>
                  <a:cubicBezTo>
                    <a:pt x="227330" y="194310"/>
                    <a:pt x="222250" y="201930"/>
                    <a:pt x="217170" y="208280"/>
                  </a:cubicBezTo>
                  <a:cubicBezTo>
                    <a:pt x="213360" y="213360"/>
                    <a:pt x="209550" y="219710"/>
                    <a:pt x="204470" y="223520"/>
                  </a:cubicBezTo>
                  <a:cubicBezTo>
                    <a:pt x="199390" y="226060"/>
                    <a:pt x="193040" y="224790"/>
                    <a:pt x="186690" y="224790"/>
                  </a:cubicBezTo>
                  <a:cubicBezTo>
                    <a:pt x="184150" y="224790"/>
                    <a:pt x="181610" y="224790"/>
                    <a:pt x="181610" y="226060"/>
                  </a:cubicBezTo>
                  <a:cubicBezTo>
                    <a:pt x="176530" y="231140"/>
                    <a:pt x="170180" y="234950"/>
                    <a:pt x="166370" y="241300"/>
                  </a:cubicBezTo>
                  <a:cubicBezTo>
                    <a:pt x="162560" y="247650"/>
                    <a:pt x="158750" y="251460"/>
                    <a:pt x="152400" y="252730"/>
                  </a:cubicBezTo>
                  <a:cubicBezTo>
                    <a:pt x="146050" y="254000"/>
                    <a:pt x="139700" y="260350"/>
                    <a:pt x="130810" y="256540"/>
                  </a:cubicBezTo>
                  <a:cubicBezTo>
                    <a:pt x="123190" y="254000"/>
                    <a:pt x="114300" y="256540"/>
                    <a:pt x="109220" y="251460"/>
                  </a:cubicBezTo>
                  <a:cubicBezTo>
                    <a:pt x="99060" y="252730"/>
                    <a:pt x="91440" y="255270"/>
                    <a:pt x="82550" y="256540"/>
                  </a:cubicBezTo>
                  <a:cubicBezTo>
                    <a:pt x="72390" y="259080"/>
                    <a:pt x="60960" y="257810"/>
                    <a:pt x="52070" y="265430"/>
                  </a:cubicBezTo>
                  <a:cubicBezTo>
                    <a:pt x="44450" y="271780"/>
                    <a:pt x="38100" y="278130"/>
                    <a:pt x="26670" y="276860"/>
                  </a:cubicBezTo>
                  <a:cubicBezTo>
                    <a:pt x="27940" y="284480"/>
                    <a:pt x="29210" y="290830"/>
                    <a:pt x="30480" y="298450"/>
                  </a:cubicBezTo>
                  <a:cubicBezTo>
                    <a:pt x="33020" y="318770"/>
                    <a:pt x="35560" y="339090"/>
                    <a:pt x="36830" y="359410"/>
                  </a:cubicBezTo>
                  <a:cubicBezTo>
                    <a:pt x="40640" y="384810"/>
                    <a:pt x="41910" y="408940"/>
                    <a:pt x="39370" y="433070"/>
                  </a:cubicBezTo>
                  <a:cubicBezTo>
                    <a:pt x="36830" y="467360"/>
                    <a:pt x="25400" y="1640840"/>
                    <a:pt x="13970" y="1672590"/>
                  </a:cubicBezTo>
                  <a:lnTo>
                    <a:pt x="2540" y="1699260"/>
                  </a:lnTo>
                  <a:cubicBezTo>
                    <a:pt x="0" y="1705610"/>
                    <a:pt x="3810" y="1709420"/>
                    <a:pt x="10160" y="1710690"/>
                  </a:cubicBezTo>
                  <a:cubicBezTo>
                    <a:pt x="17780" y="1711960"/>
                    <a:pt x="20320" y="1717040"/>
                    <a:pt x="22860" y="1723390"/>
                  </a:cubicBezTo>
                  <a:cubicBezTo>
                    <a:pt x="25400" y="1733550"/>
                    <a:pt x="21590" y="1743710"/>
                    <a:pt x="26670" y="1753870"/>
                  </a:cubicBezTo>
                  <a:cubicBezTo>
                    <a:pt x="29210" y="1758950"/>
                    <a:pt x="26670" y="1767840"/>
                    <a:pt x="25400" y="1775460"/>
                  </a:cubicBezTo>
                  <a:cubicBezTo>
                    <a:pt x="24130" y="1785620"/>
                    <a:pt x="26670" y="1795780"/>
                    <a:pt x="30480" y="1804670"/>
                  </a:cubicBezTo>
                  <a:cubicBezTo>
                    <a:pt x="39370" y="1819910"/>
                    <a:pt x="40640" y="1837690"/>
                    <a:pt x="40640" y="1854200"/>
                  </a:cubicBezTo>
                  <a:cubicBezTo>
                    <a:pt x="40640" y="1858010"/>
                    <a:pt x="41910" y="1861820"/>
                    <a:pt x="43180" y="1864360"/>
                  </a:cubicBezTo>
                  <a:cubicBezTo>
                    <a:pt x="45720" y="1866900"/>
                    <a:pt x="50800" y="1869440"/>
                    <a:pt x="55880" y="1870710"/>
                  </a:cubicBezTo>
                  <a:lnTo>
                    <a:pt x="86360" y="1885950"/>
                  </a:lnTo>
                  <a:cubicBezTo>
                    <a:pt x="100330" y="1893570"/>
                    <a:pt x="111760" y="1892300"/>
                    <a:pt x="124460" y="1883410"/>
                  </a:cubicBezTo>
                  <a:cubicBezTo>
                    <a:pt x="125730" y="1882140"/>
                    <a:pt x="129540" y="1880870"/>
                    <a:pt x="130810" y="1880870"/>
                  </a:cubicBezTo>
                  <a:cubicBezTo>
                    <a:pt x="139700" y="1882140"/>
                    <a:pt x="148590" y="1882140"/>
                    <a:pt x="156210" y="1889760"/>
                  </a:cubicBezTo>
                  <a:cubicBezTo>
                    <a:pt x="165100" y="1897380"/>
                    <a:pt x="177800" y="1902460"/>
                    <a:pt x="187960" y="1908810"/>
                  </a:cubicBezTo>
                  <a:cubicBezTo>
                    <a:pt x="194310" y="1912620"/>
                    <a:pt x="201930" y="1917700"/>
                    <a:pt x="205740" y="1922780"/>
                  </a:cubicBezTo>
                  <a:cubicBezTo>
                    <a:pt x="208280" y="1925320"/>
                    <a:pt x="210820" y="1927860"/>
                    <a:pt x="213360" y="1929130"/>
                  </a:cubicBezTo>
                  <a:cubicBezTo>
                    <a:pt x="227330" y="1934210"/>
                    <a:pt x="234950" y="1946910"/>
                    <a:pt x="243840" y="1957070"/>
                  </a:cubicBezTo>
                  <a:cubicBezTo>
                    <a:pt x="251460" y="1965960"/>
                    <a:pt x="261620" y="1971040"/>
                    <a:pt x="273050" y="1972310"/>
                  </a:cubicBezTo>
                  <a:cubicBezTo>
                    <a:pt x="285750" y="1974850"/>
                    <a:pt x="298450" y="1976120"/>
                    <a:pt x="311150" y="1978660"/>
                  </a:cubicBezTo>
                  <a:cubicBezTo>
                    <a:pt x="316230" y="1979930"/>
                    <a:pt x="322580" y="1981200"/>
                    <a:pt x="327660" y="1983740"/>
                  </a:cubicBezTo>
                  <a:cubicBezTo>
                    <a:pt x="334010" y="1986280"/>
                    <a:pt x="340360" y="1986280"/>
                    <a:pt x="345440" y="1990090"/>
                  </a:cubicBezTo>
                  <a:cubicBezTo>
                    <a:pt x="353060" y="1996440"/>
                    <a:pt x="360680" y="2000250"/>
                    <a:pt x="370840" y="1997710"/>
                  </a:cubicBezTo>
                  <a:cubicBezTo>
                    <a:pt x="374650" y="1996440"/>
                    <a:pt x="379730" y="1998980"/>
                    <a:pt x="383540" y="2000250"/>
                  </a:cubicBezTo>
                  <a:cubicBezTo>
                    <a:pt x="384810" y="2000250"/>
                    <a:pt x="386080" y="2001520"/>
                    <a:pt x="387350" y="2001520"/>
                  </a:cubicBezTo>
                  <a:cubicBezTo>
                    <a:pt x="401320" y="2002790"/>
                    <a:pt x="414020" y="2000250"/>
                    <a:pt x="426720" y="1997710"/>
                  </a:cubicBezTo>
                  <a:cubicBezTo>
                    <a:pt x="431800" y="1996440"/>
                    <a:pt x="436880" y="1995170"/>
                    <a:pt x="441960" y="1992630"/>
                  </a:cubicBezTo>
                  <a:cubicBezTo>
                    <a:pt x="455930" y="1986280"/>
                    <a:pt x="469900" y="1979930"/>
                    <a:pt x="482600" y="1972310"/>
                  </a:cubicBezTo>
                  <a:cubicBezTo>
                    <a:pt x="491490" y="1967230"/>
                    <a:pt x="500380" y="1962150"/>
                    <a:pt x="510540" y="1967230"/>
                  </a:cubicBezTo>
                  <a:lnTo>
                    <a:pt x="515620" y="1967230"/>
                  </a:lnTo>
                  <a:cubicBezTo>
                    <a:pt x="524510" y="1967230"/>
                    <a:pt x="533400" y="1965960"/>
                    <a:pt x="541020" y="1964690"/>
                  </a:cubicBezTo>
                  <a:cubicBezTo>
                    <a:pt x="542290" y="1964690"/>
                    <a:pt x="544830" y="1964690"/>
                    <a:pt x="544830" y="1963420"/>
                  </a:cubicBezTo>
                  <a:cubicBezTo>
                    <a:pt x="548640" y="1958340"/>
                    <a:pt x="554990" y="1958340"/>
                    <a:pt x="561340" y="1957070"/>
                  </a:cubicBezTo>
                  <a:cubicBezTo>
                    <a:pt x="571500" y="1955800"/>
                    <a:pt x="581660" y="1955800"/>
                    <a:pt x="589280" y="1949450"/>
                  </a:cubicBezTo>
                  <a:cubicBezTo>
                    <a:pt x="596900" y="1944370"/>
                    <a:pt x="604520" y="1943100"/>
                    <a:pt x="613410" y="1941830"/>
                  </a:cubicBezTo>
                  <a:cubicBezTo>
                    <a:pt x="614680" y="1941830"/>
                    <a:pt x="617220" y="1940560"/>
                    <a:pt x="618490" y="1940560"/>
                  </a:cubicBezTo>
                  <a:cubicBezTo>
                    <a:pt x="624840" y="1939290"/>
                    <a:pt x="631190" y="1935480"/>
                    <a:pt x="636270" y="1936750"/>
                  </a:cubicBezTo>
                  <a:cubicBezTo>
                    <a:pt x="647700" y="1939290"/>
                    <a:pt x="652780" y="1935480"/>
                    <a:pt x="660400" y="1925320"/>
                  </a:cubicBezTo>
                  <a:cubicBezTo>
                    <a:pt x="661670" y="1922780"/>
                    <a:pt x="665480" y="1921510"/>
                    <a:pt x="668020" y="1920240"/>
                  </a:cubicBezTo>
                  <a:cubicBezTo>
                    <a:pt x="674370" y="1918970"/>
                    <a:pt x="680720" y="1920240"/>
                    <a:pt x="687070" y="1918970"/>
                  </a:cubicBezTo>
                  <a:cubicBezTo>
                    <a:pt x="690880" y="1918970"/>
                    <a:pt x="694690" y="1915160"/>
                    <a:pt x="697230" y="1915160"/>
                  </a:cubicBezTo>
                  <a:cubicBezTo>
                    <a:pt x="707390" y="1916430"/>
                    <a:pt x="718820" y="1912620"/>
                    <a:pt x="727710" y="1918970"/>
                  </a:cubicBezTo>
                  <a:cubicBezTo>
                    <a:pt x="728980" y="1920240"/>
                    <a:pt x="731520" y="1920240"/>
                    <a:pt x="734060" y="1920240"/>
                  </a:cubicBezTo>
                  <a:cubicBezTo>
                    <a:pt x="750570" y="1921510"/>
                    <a:pt x="764540" y="1926590"/>
                    <a:pt x="775970" y="1936750"/>
                  </a:cubicBezTo>
                  <a:cubicBezTo>
                    <a:pt x="779780" y="1940560"/>
                    <a:pt x="784860" y="1943100"/>
                    <a:pt x="788670" y="1945640"/>
                  </a:cubicBezTo>
                  <a:cubicBezTo>
                    <a:pt x="792480" y="1948180"/>
                    <a:pt x="797560" y="1948180"/>
                    <a:pt x="801370" y="1949450"/>
                  </a:cubicBezTo>
                  <a:cubicBezTo>
                    <a:pt x="805180" y="1950720"/>
                    <a:pt x="807720" y="1951990"/>
                    <a:pt x="811530" y="1951990"/>
                  </a:cubicBezTo>
                  <a:cubicBezTo>
                    <a:pt x="817880" y="1951990"/>
                    <a:pt x="822960" y="1954530"/>
                    <a:pt x="826770" y="1959610"/>
                  </a:cubicBezTo>
                  <a:cubicBezTo>
                    <a:pt x="828040" y="1960880"/>
                    <a:pt x="829310" y="1962150"/>
                    <a:pt x="830580" y="1964690"/>
                  </a:cubicBezTo>
                  <a:cubicBezTo>
                    <a:pt x="829310" y="1968500"/>
                    <a:pt x="836930" y="1978660"/>
                    <a:pt x="842010" y="1978660"/>
                  </a:cubicBezTo>
                  <a:cubicBezTo>
                    <a:pt x="850900" y="1978660"/>
                    <a:pt x="859790" y="1981200"/>
                    <a:pt x="867410" y="1987550"/>
                  </a:cubicBezTo>
                  <a:cubicBezTo>
                    <a:pt x="868680" y="1988820"/>
                    <a:pt x="871220" y="1988820"/>
                    <a:pt x="873760" y="1987550"/>
                  </a:cubicBezTo>
                  <a:cubicBezTo>
                    <a:pt x="877570" y="1986280"/>
                    <a:pt x="880110" y="1986280"/>
                    <a:pt x="882650" y="1990090"/>
                  </a:cubicBezTo>
                  <a:cubicBezTo>
                    <a:pt x="883920" y="1991360"/>
                    <a:pt x="889000" y="1991360"/>
                    <a:pt x="891540" y="1991360"/>
                  </a:cubicBezTo>
                  <a:cubicBezTo>
                    <a:pt x="897890" y="1991360"/>
                    <a:pt x="905510" y="1990090"/>
                    <a:pt x="911860" y="1991360"/>
                  </a:cubicBezTo>
                  <a:cubicBezTo>
                    <a:pt x="923290" y="1992630"/>
                    <a:pt x="933450" y="1993900"/>
                    <a:pt x="944880" y="1996440"/>
                  </a:cubicBezTo>
                  <a:cubicBezTo>
                    <a:pt x="947420" y="1996440"/>
                    <a:pt x="949960" y="1997710"/>
                    <a:pt x="951230" y="1998980"/>
                  </a:cubicBezTo>
                  <a:cubicBezTo>
                    <a:pt x="953770" y="2005330"/>
                    <a:pt x="960120" y="2005330"/>
                    <a:pt x="963930" y="2006600"/>
                  </a:cubicBezTo>
                  <a:cubicBezTo>
                    <a:pt x="967740" y="2007870"/>
                    <a:pt x="972820" y="2009140"/>
                    <a:pt x="975360" y="2009140"/>
                  </a:cubicBezTo>
                  <a:cubicBezTo>
                    <a:pt x="976630" y="2007870"/>
                    <a:pt x="979170" y="2006600"/>
                    <a:pt x="981710" y="2004060"/>
                  </a:cubicBezTo>
                  <a:cubicBezTo>
                    <a:pt x="976630" y="2004060"/>
                    <a:pt x="974090" y="2005330"/>
                    <a:pt x="971550" y="2005330"/>
                  </a:cubicBezTo>
                  <a:cubicBezTo>
                    <a:pt x="976630" y="1998980"/>
                    <a:pt x="981710" y="1997710"/>
                    <a:pt x="988060" y="2001520"/>
                  </a:cubicBezTo>
                  <a:cubicBezTo>
                    <a:pt x="995680" y="2007870"/>
                    <a:pt x="1002030" y="2007870"/>
                    <a:pt x="1010920" y="2001520"/>
                  </a:cubicBezTo>
                  <a:lnTo>
                    <a:pt x="1018540" y="1997710"/>
                  </a:lnTo>
                  <a:lnTo>
                    <a:pt x="1018540" y="1991360"/>
                  </a:lnTo>
                  <a:cubicBezTo>
                    <a:pt x="1022350" y="1992630"/>
                    <a:pt x="1026160" y="1995170"/>
                    <a:pt x="1028700" y="1995170"/>
                  </a:cubicBezTo>
                  <a:cubicBezTo>
                    <a:pt x="1036320" y="1991360"/>
                    <a:pt x="1043940" y="1987550"/>
                    <a:pt x="1050290" y="1982470"/>
                  </a:cubicBezTo>
                  <a:cubicBezTo>
                    <a:pt x="1057910" y="1977390"/>
                    <a:pt x="1064260" y="1971040"/>
                    <a:pt x="1070610" y="1965960"/>
                  </a:cubicBezTo>
                  <a:cubicBezTo>
                    <a:pt x="1071880" y="1965960"/>
                    <a:pt x="1071880" y="1964690"/>
                    <a:pt x="1073150" y="1964690"/>
                  </a:cubicBezTo>
                  <a:cubicBezTo>
                    <a:pt x="1082040" y="1962150"/>
                    <a:pt x="1089660" y="1960880"/>
                    <a:pt x="1098550" y="1958340"/>
                  </a:cubicBezTo>
                  <a:cubicBezTo>
                    <a:pt x="1103630" y="1957070"/>
                    <a:pt x="1107440" y="1954530"/>
                    <a:pt x="1112520" y="1953260"/>
                  </a:cubicBezTo>
                  <a:cubicBezTo>
                    <a:pt x="1116330" y="1951990"/>
                    <a:pt x="1118870" y="1951990"/>
                    <a:pt x="1122680" y="1950720"/>
                  </a:cubicBezTo>
                  <a:lnTo>
                    <a:pt x="1135380" y="1950720"/>
                  </a:lnTo>
                  <a:cubicBezTo>
                    <a:pt x="1137920" y="1950720"/>
                    <a:pt x="1141730" y="1950720"/>
                    <a:pt x="1144270" y="1949450"/>
                  </a:cubicBezTo>
                  <a:cubicBezTo>
                    <a:pt x="1145540" y="1946910"/>
                    <a:pt x="1148080" y="1943100"/>
                    <a:pt x="1149350" y="1943100"/>
                  </a:cubicBezTo>
                  <a:cubicBezTo>
                    <a:pt x="1153160" y="1943100"/>
                    <a:pt x="1155700" y="1945640"/>
                    <a:pt x="1159510" y="1946910"/>
                  </a:cubicBezTo>
                  <a:cubicBezTo>
                    <a:pt x="1160780" y="1946910"/>
                    <a:pt x="1160780" y="1948180"/>
                    <a:pt x="1160780" y="1949450"/>
                  </a:cubicBezTo>
                  <a:cubicBezTo>
                    <a:pt x="1165860" y="1954530"/>
                    <a:pt x="1169670" y="1960880"/>
                    <a:pt x="1174750" y="1965960"/>
                  </a:cubicBezTo>
                  <a:cubicBezTo>
                    <a:pt x="1181100" y="1972310"/>
                    <a:pt x="1187450" y="1972310"/>
                    <a:pt x="1191260" y="1968500"/>
                  </a:cubicBezTo>
                  <a:cubicBezTo>
                    <a:pt x="1197610" y="1963420"/>
                    <a:pt x="1202690" y="1959610"/>
                    <a:pt x="1211580" y="1962150"/>
                  </a:cubicBezTo>
                  <a:cubicBezTo>
                    <a:pt x="1212850" y="1962150"/>
                    <a:pt x="1215390" y="1963420"/>
                    <a:pt x="1216660" y="1962150"/>
                  </a:cubicBezTo>
                  <a:cubicBezTo>
                    <a:pt x="1223010" y="1959610"/>
                    <a:pt x="1230630" y="1957070"/>
                    <a:pt x="1236980" y="1953260"/>
                  </a:cubicBezTo>
                  <a:cubicBezTo>
                    <a:pt x="1240790" y="1951990"/>
                    <a:pt x="1245870" y="1951990"/>
                    <a:pt x="1247140" y="1949450"/>
                  </a:cubicBezTo>
                  <a:cubicBezTo>
                    <a:pt x="1250950" y="1941830"/>
                    <a:pt x="1257300" y="1938020"/>
                    <a:pt x="1263650" y="1932940"/>
                  </a:cubicBezTo>
                  <a:cubicBezTo>
                    <a:pt x="1267460" y="1929130"/>
                    <a:pt x="1271270" y="1924050"/>
                    <a:pt x="1275080" y="1922780"/>
                  </a:cubicBezTo>
                  <a:cubicBezTo>
                    <a:pt x="1283970" y="1920240"/>
                    <a:pt x="1290320" y="1912620"/>
                    <a:pt x="1297940" y="1907540"/>
                  </a:cubicBezTo>
                  <a:cubicBezTo>
                    <a:pt x="1304290" y="1903730"/>
                    <a:pt x="1308100" y="1896110"/>
                    <a:pt x="1314450" y="1894840"/>
                  </a:cubicBezTo>
                  <a:cubicBezTo>
                    <a:pt x="1324610" y="1892300"/>
                    <a:pt x="1332230" y="1885950"/>
                    <a:pt x="1341120" y="1879600"/>
                  </a:cubicBezTo>
                  <a:cubicBezTo>
                    <a:pt x="1346200" y="1875790"/>
                    <a:pt x="1352550" y="1873250"/>
                    <a:pt x="1358900" y="1874520"/>
                  </a:cubicBezTo>
                  <a:cubicBezTo>
                    <a:pt x="1362710" y="1875790"/>
                    <a:pt x="1367790" y="1874520"/>
                    <a:pt x="1370330" y="1873250"/>
                  </a:cubicBezTo>
                  <a:cubicBezTo>
                    <a:pt x="1375410" y="1870710"/>
                    <a:pt x="1380490" y="1866900"/>
                    <a:pt x="1385570" y="1864360"/>
                  </a:cubicBezTo>
                  <a:cubicBezTo>
                    <a:pt x="1389380" y="1861820"/>
                    <a:pt x="1393190" y="1859280"/>
                    <a:pt x="1397000" y="1859280"/>
                  </a:cubicBezTo>
                  <a:cubicBezTo>
                    <a:pt x="1409700" y="1858010"/>
                    <a:pt x="1419860" y="1855470"/>
                    <a:pt x="1426210" y="1842770"/>
                  </a:cubicBezTo>
                  <a:cubicBezTo>
                    <a:pt x="1428750" y="1837690"/>
                    <a:pt x="1441450" y="1831340"/>
                    <a:pt x="1446530" y="1833880"/>
                  </a:cubicBezTo>
                  <a:cubicBezTo>
                    <a:pt x="1455420" y="1837690"/>
                    <a:pt x="1461770" y="1835150"/>
                    <a:pt x="1466850" y="1827530"/>
                  </a:cubicBezTo>
                  <a:cubicBezTo>
                    <a:pt x="1470660" y="1823720"/>
                    <a:pt x="1475740" y="1824990"/>
                    <a:pt x="1479550" y="1827530"/>
                  </a:cubicBezTo>
                  <a:cubicBezTo>
                    <a:pt x="1482090" y="1830070"/>
                    <a:pt x="1484630" y="1831340"/>
                    <a:pt x="1487170" y="1831340"/>
                  </a:cubicBezTo>
                  <a:cubicBezTo>
                    <a:pt x="1496060" y="1832610"/>
                    <a:pt x="1506220" y="1831340"/>
                    <a:pt x="1515110" y="1832610"/>
                  </a:cubicBezTo>
                  <a:cubicBezTo>
                    <a:pt x="1522730" y="1833880"/>
                    <a:pt x="1530350" y="1831340"/>
                    <a:pt x="1535430" y="1826260"/>
                  </a:cubicBezTo>
                  <a:cubicBezTo>
                    <a:pt x="1540510" y="1821180"/>
                    <a:pt x="1544320" y="1821180"/>
                    <a:pt x="1551940" y="1823720"/>
                  </a:cubicBezTo>
                  <a:cubicBezTo>
                    <a:pt x="1558290" y="1826260"/>
                    <a:pt x="1563370" y="1832610"/>
                    <a:pt x="1572260" y="1831340"/>
                  </a:cubicBezTo>
                  <a:cubicBezTo>
                    <a:pt x="1579880" y="1830070"/>
                    <a:pt x="1588770" y="1833880"/>
                    <a:pt x="1597660" y="1830070"/>
                  </a:cubicBezTo>
                  <a:lnTo>
                    <a:pt x="1602740" y="1830070"/>
                  </a:lnTo>
                  <a:cubicBezTo>
                    <a:pt x="1610360" y="1832610"/>
                    <a:pt x="1617980" y="1833880"/>
                    <a:pt x="1624330" y="1840230"/>
                  </a:cubicBezTo>
                  <a:cubicBezTo>
                    <a:pt x="1631950" y="1846580"/>
                    <a:pt x="1633220" y="1799590"/>
                    <a:pt x="1640840" y="1804670"/>
                  </a:cubicBezTo>
                  <a:cubicBezTo>
                    <a:pt x="1652270" y="1812290"/>
                    <a:pt x="1649730" y="1804670"/>
                    <a:pt x="1661160" y="1811020"/>
                  </a:cubicBezTo>
                  <a:cubicBezTo>
                    <a:pt x="1670050" y="1814830"/>
                    <a:pt x="1666240" y="1800860"/>
                    <a:pt x="1676400" y="1803400"/>
                  </a:cubicBezTo>
                  <a:cubicBezTo>
                    <a:pt x="1677670" y="1803400"/>
                    <a:pt x="1692910" y="1813560"/>
                    <a:pt x="1692910" y="1812290"/>
                  </a:cubicBezTo>
                  <a:cubicBezTo>
                    <a:pt x="1699260" y="1808480"/>
                    <a:pt x="1705610" y="1770380"/>
                    <a:pt x="1711960" y="1771650"/>
                  </a:cubicBezTo>
                  <a:cubicBezTo>
                    <a:pt x="1724660" y="1775460"/>
                    <a:pt x="1736090" y="1772920"/>
                    <a:pt x="1747520" y="1767840"/>
                  </a:cubicBezTo>
                  <a:cubicBezTo>
                    <a:pt x="1753870" y="1765300"/>
                    <a:pt x="1764030" y="1756410"/>
                    <a:pt x="1769110" y="1760220"/>
                  </a:cubicBezTo>
                  <a:cubicBezTo>
                    <a:pt x="1778000" y="1766570"/>
                    <a:pt x="1786890" y="1769110"/>
                    <a:pt x="1797050" y="1770380"/>
                  </a:cubicBezTo>
                  <a:cubicBezTo>
                    <a:pt x="1798320" y="1770380"/>
                    <a:pt x="1799590" y="1771650"/>
                    <a:pt x="1800860" y="1772920"/>
                  </a:cubicBezTo>
                  <a:cubicBezTo>
                    <a:pt x="1804670" y="1778000"/>
                    <a:pt x="1822450" y="1764030"/>
                    <a:pt x="1826260" y="1769110"/>
                  </a:cubicBezTo>
                  <a:cubicBezTo>
                    <a:pt x="1831340" y="1776730"/>
                    <a:pt x="1836420" y="1784350"/>
                    <a:pt x="1841500" y="1790700"/>
                  </a:cubicBezTo>
                  <a:cubicBezTo>
                    <a:pt x="1844040" y="1793240"/>
                    <a:pt x="1847850" y="1794510"/>
                    <a:pt x="1849120" y="1797050"/>
                  </a:cubicBezTo>
                  <a:cubicBezTo>
                    <a:pt x="1850390" y="1803400"/>
                    <a:pt x="1852930" y="1805940"/>
                    <a:pt x="1859280" y="1805940"/>
                  </a:cubicBezTo>
                  <a:cubicBezTo>
                    <a:pt x="1863090" y="1805940"/>
                    <a:pt x="1866900" y="1807210"/>
                    <a:pt x="1869440" y="1809750"/>
                  </a:cubicBezTo>
                  <a:cubicBezTo>
                    <a:pt x="1875790" y="1813560"/>
                    <a:pt x="1880870" y="1817370"/>
                    <a:pt x="1885950" y="1821180"/>
                  </a:cubicBezTo>
                  <a:cubicBezTo>
                    <a:pt x="1892300" y="1824990"/>
                    <a:pt x="1898650" y="1828800"/>
                    <a:pt x="1901190" y="1835150"/>
                  </a:cubicBezTo>
                  <a:cubicBezTo>
                    <a:pt x="1902460" y="1837690"/>
                    <a:pt x="1903730" y="1838960"/>
                    <a:pt x="1905000" y="1840230"/>
                  </a:cubicBezTo>
                  <a:cubicBezTo>
                    <a:pt x="1910080" y="1845310"/>
                    <a:pt x="1915160" y="1849120"/>
                    <a:pt x="1920240" y="1854200"/>
                  </a:cubicBezTo>
                  <a:cubicBezTo>
                    <a:pt x="1927860" y="1860550"/>
                    <a:pt x="1934210" y="1868170"/>
                    <a:pt x="1941830" y="1874520"/>
                  </a:cubicBezTo>
                  <a:cubicBezTo>
                    <a:pt x="1944370" y="1875790"/>
                    <a:pt x="1946910" y="1878330"/>
                    <a:pt x="1949450" y="1879600"/>
                  </a:cubicBezTo>
                  <a:cubicBezTo>
                    <a:pt x="1954530" y="1882140"/>
                    <a:pt x="1959610" y="1884680"/>
                    <a:pt x="1963420" y="1888490"/>
                  </a:cubicBezTo>
                  <a:cubicBezTo>
                    <a:pt x="1967230" y="1892300"/>
                    <a:pt x="1985010" y="1869440"/>
                    <a:pt x="1987550" y="1874520"/>
                  </a:cubicBezTo>
                  <a:cubicBezTo>
                    <a:pt x="1987550" y="1875790"/>
                    <a:pt x="1988820" y="1875790"/>
                    <a:pt x="1990090" y="1875790"/>
                  </a:cubicBezTo>
                  <a:cubicBezTo>
                    <a:pt x="1997710" y="1882140"/>
                    <a:pt x="2005330" y="1879600"/>
                    <a:pt x="2012950" y="1877060"/>
                  </a:cubicBezTo>
                  <a:cubicBezTo>
                    <a:pt x="2015490" y="1875790"/>
                    <a:pt x="2018030" y="1874520"/>
                    <a:pt x="2019300" y="1875790"/>
                  </a:cubicBezTo>
                  <a:cubicBezTo>
                    <a:pt x="2028190" y="1879600"/>
                    <a:pt x="2034540" y="1888490"/>
                    <a:pt x="2045970" y="1889760"/>
                  </a:cubicBezTo>
                  <a:cubicBezTo>
                    <a:pt x="2045970" y="1889760"/>
                    <a:pt x="2047240" y="1889760"/>
                    <a:pt x="2047240" y="1891030"/>
                  </a:cubicBezTo>
                  <a:cubicBezTo>
                    <a:pt x="2049780" y="1898650"/>
                    <a:pt x="2057400" y="1898650"/>
                    <a:pt x="2063750" y="1899920"/>
                  </a:cubicBezTo>
                  <a:cubicBezTo>
                    <a:pt x="2067560" y="1899920"/>
                    <a:pt x="2071370" y="1901190"/>
                    <a:pt x="2073910" y="1902460"/>
                  </a:cubicBezTo>
                  <a:cubicBezTo>
                    <a:pt x="2081530" y="1906270"/>
                    <a:pt x="2089150" y="1911350"/>
                    <a:pt x="2098040" y="1913890"/>
                  </a:cubicBezTo>
                  <a:cubicBezTo>
                    <a:pt x="2109470" y="1917700"/>
                    <a:pt x="2120900" y="1920240"/>
                    <a:pt x="2129790" y="1926590"/>
                  </a:cubicBezTo>
                  <a:cubicBezTo>
                    <a:pt x="2131060" y="1926590"/>
                    <a:pt x="2132330" y="1926590"/>
                    <a:pt x="2132330" y="1927860"/>
                  </a:cubicBezTo>
                  <a:cubicBezTo>
                    <a:pt x="2136140" y="1930400"/>
                    <a:pt x="2142490" y="1931670"/>
                    <a:pt x="2145030" y="1935480"/>
                  </a:cubicBezTo>
                  <a:cubicBezTo>
                    <a:pt x="2148840" y="1943100"/>
                    <a:pt x="2159000" y="1941830"/>
                    <a:pt x="2164080" y="1948180"/>
                  </a:cubicBezTo>
                  <a:lnTo>
                    <a:pt x="2165350" y="1948180"/>
                  </a:lnTo>
                  <a:cubicBezTo>
                    <a:pt x="2170430" y="1948180"/>
                    <a:pt x="2175510" y="1949450"/>
                    <a:pt x="2181860" y="1949450"/>
                  </a:cubicBezTo>
                  <a:cubicBezTo>
                    <a:pt x="2184400" y="1948180"/>
                    <a:pt x="2188210" y="1945640"/>
                    <a:pt x="2190750" y="1945640"/>
                  </a:cubicBezTo>
                  <a:cubicBezTo>
                    <a:pt x="2202180" y="1949450"/>
                    <a:pt x="2213610" y="1949450"/>
                    <a:pt x="2221230" y="1939290"/>
                  </a:cubicBezTo>
                  <a:cubicBezTo>
                    <a:pt x="2222500" y="1938020"/>
                    <a:pt x="2225040" y="1938020"/>
                    <a:pt x="2227580" y="1938020"/>
                  </a:cubicBezTo>
                  <a:lnTo>
                    <a:pt x="2237740" y="1938020"/>
                  </a:lnTo>
                  <a:cubicBezTo>
                    <a:pt x="2249170" y="1935480"/>
                    <a:pt x="2259330" y="1932940"/>
                    <a:pt x="2270760" y="1931670"/>
                  </a:cubicBezTo>
                  <a:cubicBezTo>
                    <a:pt x="2275840" y="1930400"/>
                    <a:pt x="2282190" y="1932940"/>
                    <a:pt x="2287270" y="1934210"/>
                  </a:cubicBezTo>
                  <a:cubicBezTo>
                    <a:pt x="2292350" y="1935480"/>
                    <a:pt x="2297430" y="1935480"/>
                    <a:pt x="2302510" y="1935480"/>
                  </a:cubicBezTo>
                  <a:cubicBezTo>
                    <a:pt x="2308860" y="1935480"/>
                    <a:pt x="2313940" y="1932940"/>
                    <a:pt x="2320290" y="1932940"/>
                  </a:cubicBezTo>
                  <a:cubicBezTo>
                    <a:pt x="2325370" y="1931670"/>
                    <a:pt x="2331720" y="1931670"/>
                    <a:pt x="2336800" y="1930400"/>
                  </a:cubicBezTo>
                  <a:cubicBezTo>
                    <a:pt x="2348230" y="1927860"/>
                    <a:pt x="2358390" y="1925320"/>
                    <a:pt x="2369820" y="1924050"/>
                  </a:cubicBezTo>
                  <a:cubicBezTo>
                    <a:pt x="2377440" y="1880870"/>
                    <a:pt x="2376170" y="1830070"/>
                    <a:pt x="2376170" y="1778000"/>
                  </a:cubicBezTo>
                  <a:close/>
                </a:path>
              </a:pathLst>
            </a:custGeom>
            <a:blipFill>
              <a:blip r:embed="rId5"/>
              <a:stretch>
                <a:fillRect t="-31796" b="-31796"/>
              </a:stretch>
            </a:blipFill>
          </p:spPr>
          <p:txBody>
            <a:bodyPr/>
            <a:lstStyle/>
            <a:p>
              <a:endParaRPr lang="en-US"/>
            </a:p>
          </p:txBody>
        </p:sp>
      </p:grpSp>
      <p:grpSp>
        <p:nvGrpSpPr>
          <p:cNvPr id="7" name="Group 7"/>
          <p:cNvGrpSpPr/>
          <p:nvPr/>
        </p:nvGrpSpPr>
        <p:grpSpPr>
          <a:xfrm>
            <a:off x="13079506" y="220010"/>
            <a:ext cx="4947171" cy="4190544"/>
            <a:chOff x="0" y="0"/>
            <a:chExt cx="2374900" cy="2011680"/>
          </a:xfrm>
        </p:grpSpPr>
        <p:sp>
          <p:nvSpPr>
            <p:cNvPr id="8" name="Freeform 8"/>
            <p:cNvSpPr/>
            <p:nvPr/>
          </p:nvSpPr>
          <p:spPr>
            <a:xfrm>
              <a:off x="-2540" y="-2540"/>
              <a:ext cx="2377440" cy="2009140"/>
            </a:xfrm>
            <a:custGeom>
              <a:avLst/>
              <a:gdLst/>
              <a:ahLst/>
              <a:cxnLst/>
              <a:rect l="l" t="t" r="r" b="b"/>
              <a:pathLst>
                <a:path w="2377440" h="2009140">
                  <a:moveTo>
                    <a:pt x="2376170" y="1778000"/>
                  </a:moveTo>
                  <a:cubicBezTo>
                    <a:pt x="2374900" y="1276350"/>
                    <a:pt x="2359660" y="598170"/>
                    <a:pt x="2359660" y="97790"/>
                  </a:cubicBezTo>
                  <a:cubicBezTo>
                    <a:pt x="2359660" y="90170"/>
                    <a:pt x="2360930" y="82550"/>
                    <a:pt x="2360930" y="76200"/>
                  </a:cubicBezTo>
                  <a:cubicBezTo>
                    <a:pt x="2359660" y="74930"/>
                    <a:pt x="2358390" y="74930"/>
                    <a:pt x="2357120" y="73660"/>
                  </a:cubicBezTo>
                  <a:cubicBezTo>
                    <a:pt x="2357120" y="73660"/>
                    <a:pt x="2355850" y="74930"/>
                    <a:pt x="2355850" y="76200"/>
                  </a:cubicBezTo>
                  <a:cubicBezTo>
                    <a:pt x="2353310" y="82550"/>
                    <a:pt x="2348230" y="82550"/>
                    <a:pt x="2343150" y="82550"/>
                  </a:cubicBezTo>
                  <a:cubicBezTo>
                    <a:pt x="2336800" y="81280"/>
                    <a:pt x="2330450" y="74930"/>
                    <a:pt x="2322830" y="77470"/>
                  </a:cubicBezTo>
                  <a:cubicBezTo>
                    <a:pt x="2320290" y="78740"/>
                    <a:pt x="2315210" y="76200"/>
                    <a:pt x="2313940" y="73660"/>
                  </a:cubicBezTo>
                  <a:cubicBezTo>
                    <a:pt x="2310130" y="68580"/>
                    <a:pt x="2305050" y="68580"/>
                    <a:pt x="2299970" y="71120"/>
                  </a:cubicBezTo>
                  <a:cubicBezTo>
                    <a:pt x="2297430" y="72390"/>
                    <a:pt x="2294890" y="71120"/>
                    <a:pt x="2292350" y="71120"/>
                  </a:cubicBezTo>
                  <a:cubicBezTo>
                    <a:pt x="2288540" y="71120"/>
                    <a:pt x="2283460" y="69850"/>
                    <a:pt x="2279650" y="68580"/>
                  </a:cubicBezTo>
                  <a:cubicBezTo>
                    <a:pt x="2278380" y="68580"/>
                    <a:pt x="2275840" y="67310"/>
                    <a:pt x="2274570" y="67310"/>
                  </a:cubicBezTo>
                  <a:cubicBezTo>
                    <a:pt x="2270760" y="66040"/>
                    <a:pt x="2266950" y="62230"/>
                    <a:pt x="2263140" y="67310"/>
                  </a:cubicBezTo>
                  <a:cubicBezTo>
                    <a:pt x="2263140" y="67310"/>
                    <a:pt x="2260600" y="67310"/>
                    <a:pt x="2259330" y="66040"/>
                  </a:cubicBezTo>
                  <a:cubicBezTo>
                    <a:pt x="2258060" y="63500"/>
                    <a:pt x="2256790" y="59690"/>
                    <a:pt x="2255520" y="57150"/>
                  </a:cubicBezTo>
                  <a:cubicBezTo>
                    <a:pt x="2252980" y="53340"/>
                    <a:pt x="2252980" y="46990"/>
                    <a:pt x="2249170" y="44450"/>
                  </a:cubicBezTo>
                  <a:cubicBezTo>
                    <a:pt x="2246630" y="43180"/>
                    <a:pt x="2245360" y="41910"/>
                    <a:pt x="2244090" y="39370"/>
                  </a:cubicBezTo>
                  <a:cubicBezTo>
                    <a:pt x="2244090" y="38100"/>
                    <a:pt x="2241550" y="36830"/>
                    <a:pt x="2241550" y="35560"/>
                  </a:cubicBezTo>
                  <a:lnTo>
                    <a:pt x="2237740" y="31750"/>
                  </a:lnTo>
                  <a:cubicBezTo>
                    <a:pt x="2236470" y="29210"/>
                    <a:pt x="2235200" y="25400"/>
                    <a:pt x="2232660" y="24130"/>
                  </a:cubicBezTo>
                  <a:cubicBezTo>
                    <a:pt x="2227580" y="20320"/>
                    <a:pt x="2226310" y="15240"/>
                    <a:pt x="2228850" y="8890"/>
                  </a:cubicBezTo>
                  <a:cubicBezTo>
                    <a:pt x="2225040" y="7620"/>
                    <a:pt x="2222500" y="5080"/>
                    <a:pt x="2218690" y="5080"/>
                  </a:cubicBezTo>
                  <a:cubicBezTo>
                    <a:pt x="2203450" y="6350"/>
                    <a:pt x="2186940" y="8890"/>
                    <a:pt x="2171700" y="10160"/>
                  </a:cubicBezTo>
                  <a:cubicBezTo>
                    <a:pt x="2169160" y="10160"/>
                    <a:pt x="2165350" y="11430"/>
                    <a:pt x="2164080" y="12700"/>
                  </a:cubicBezTo>
                  <a:cubicBezTo>
                    <a:pt x="2153920" y="19050"/>
                    <a:pt x="2143760" y="13970"/>
                    <a:pt x="2133600" y="12700"/>
                  </a:cubicBezTo>
                  <a:cubicBezTo>
                    <a:pt x="2125980" y="12700"/>
                    <a:pt x="2118360" y="8890"/>
                    <a:pt x="2110740" y="7620"/>
                  </a:cubicBezTo>
                  <a:cubicBezTo>
                    <a:pt x="2101850" y="6350"/>
                    <a:pt x="2094230" y="7620"/>
                    <a:pt x="2085340" y="6350"/>
                  </a:cubicBezTo>
                  <a:cubicBezTo>
                    <a:pt x="2084070" y="6350"/>
                    <a:pt x="2082800" y="5080"/>
                    <a:pt x="2081530" y="3810"/>
                  </a:cubicBezTo>
                  <a:cubicBezTo>
                    <a:pt x="2078990" y="0"/>
                    <a:pt x="2073910" y="1270"/>
                    <a:pt x="2071370" y="2540"/>
                  </a:cubicBezTo>
                  <a:cubicBezTo>
                    <a:pt x="2067560" y="5080"/>
                    <a:pt x="2066290" y="8890"/>
                    <a:pt x="2063750" y="12700"/>
                  </a:cubicBezTo>
                  <a:cubicBezTo>
                    <a:pt x="2057400" y="13970"/>
                    <a:pt x="2048510" y="15240"/>
                    <a:pt x="2042160" y="19050"/>
                  </a:cubicBezTo>
                  <a:cubicBezTo>
                    <a:pt x="2037080" y="21590"/>
                    <a:pt x="2034540" y="22860"/>
                    <a:pt x="2030730" y="20320"/>
                  </a:cubicBezTo>
                  <a:lnTo>
                    <a:pt x="2029460" y="21590"/>
                  </a:lnTo>
                  <a:cubicBezTo>
                    <a:pt x="2032000" y="24130"/>
                    <a:pt x="2033270" y="27940"/>
                    <a:pt x="2035810" y="30480"/>
                  </a:cubicBezTo>
                  <a:cubicBezTo>
                    <a:pt x="2032000" y="31750"/>
                    <a:pt x="2026920" y="34290"/>
                    <a:pt x="2024380" y="33020"/>
                  </a:cubicBezTo>
                  <a:cubicBezTo>
                    <a:pt x="2018030" y="31750"/>
                    <a:pt x="2015490" y="34290"/>
                    <a:pt x="2010410" y="36830"/>
                  </a:cubicBezTo>
                  <a:cubicBezTo>
                    <a:pt x="2005330" y="40640"/>
                    <a:pt x="1998980" y="43180"/>
                    <a:pt x="1993900" y="45720"/>
                  </a:cubicBezTo>
                  <a:cubicBezTo>
                    <a:pt x="1992630" y="45720"/>
                    <a:pt x="1991360" y="45720"/>
                    <a:pt x="1990090" y="44450"/>
                  </a:cubicBezTo>
                  <a:cubicBezTo>
                    <a:pt x="1988820" y="44450"/>
                    <a:pt x="1987550" y="43180"/>
                    <a:pt x="1987550" y="43180"/>
                  </a:cubicBezTo>
                  <a:cubicBezTo>
                    <a:pt x="1981200" y="45720"/>
                    <a:pt x="1974850" y="48260"/>
                    <a:pt x="1968500" y="45720"/>
                  </a:cubicBezTo>
                  <a:cubicBezTo>
                    <a:pt x="1967230" y="45720"/>
                    <a:pt x="1967230" y="46990"/>
                    <a:pt x="1965960" y="46990"/>
                  </a:cubicBezTo>
                  <a:cubicBezTo>
                    <a:pt x="1958340" y="49530"/>
                    <a:pt x="1953260" y="58420"/>
                    <a:pt x="1943100" y="58420"/>
                  </a:cubicBezTo>
                  <a:cubicBezTo>
                    <a:pt x="1935480" y="58420"/>
                    <a:pt x="1927860" y="64770"/>
                    <a:pt x="1920240" y="64770"/>
                  </a:cubicBezTo>
                  <a:cubicBezTo>
                    <a:pt x="1911350" y="66040"/>
                    <a:pt x="1903730" y="68580"/>
                    <a:pt x="1896110" y="72390"/>
                  </a:cubicBezTo>
                  <a:cubicBezTo>
                    <a:pt x="1893570" y="73660"/>
                    <a:pt x="1891030" y="73660"/>
                    <a:pt x="1889760" y="73660"/>
                  </a:cubicBezTo>
                  <a:cubicBezTo>
                    <a:pt x="1883410" y="71120"/>
                    <a:pt x="1879600" y="74930"/>
                    <a:pt x="1877060" y="78740"/>
                  </a:cubicBezTo>
                  <a:cubicBezTo>
                    <a:pt x="1870710" y="87630"/>
                    <a:pt x="1860550" y="90170"/>
                    <a:pt x="1851660" y="92710"/>
                  </a:cubicBezTo>
                  <a:cubicBezTo>
                    <a:pt x="1840230" y="95250"/>
                    <a:pt x="1828800" y="96520"/>
                    <a:pt x="1817370" y="97790"/>
                  </a:cubicBezTo>
                  <a:cubicBezTo>
                    <a:pt x="1816100" y="97790"/>
                    <a:pt x="1814830" y="101600"/>
                    <a:pt x="1812290" y="102870"/>
                  </a:cubicBezTo>
                  <a:cubicBezTo>
                    <a:pt x="1811020" y="102870"/>
                    <a:pt x="1809750" y="101600"/>
                    <a:pt x="1809750" y="101600"/>
                  </a:cubicBezTo>
                  <a:cubicBezTo>
                    <a:pt x="1803400" y="109220"/>
                    <a:pt x="1799590" y="120650"/>
                    <a:pt x="1786890" y="119380"/>
                  </a:cubicBezTo>
                  <a:lnTo>
                    <a:pt x="1785620" y="119380"/>
                  </a:lnTo>
                  <a:cubicBezTo>
                    <a:pt x="1775460" y="125730"/>
                    <a:pt x="1765300" y="123190"/>
                    <a:pt x="1756410" y="120650"/>
                  </a:cubicBezTo>
                  <a:cubicBezTo>
                    <a:pt x="1753870" y="120650"/>
                    <a:pt x="1750060" y="118110"/>
                    <a:pt x="1748790" y="115570"/>
                  </a:cubicBezTo>
                  <a:cubicBezTo>
                    <a:pt x="1744980" y="107950"/>
                    <a:pt x="1734820" y="105410"/>
                    <a:pt x="1727200" y="107950"/>
                  </a:cubicBezTo>
                  <a:cubicBezTo>
                    <a:pt x="1720850" y="110490"/>
                    <a:pt x="1714500" y="111760"/>
                    <a:pt x="1708150" y="114300"/>
                  </a:cubicBezTo>
                  <a:cubicBezTo>
                    <a:pt x="1697990" y="116840"/>
                    <a:pt x="1689100" y="118110"/>
                    <a:pt x="1678940" y="113030"/>
                  </a:cubicBezTo>
                  <a:cubicBezTo>
                    <a:pt x="1668780" y="107950"/>
                    <a:pt x="1661160" y="111760"/>
                    <a:pt x="1656080" y="123190"/>
                  </a:cubicBezTo>
                  <a:cubicBezTo>
                    <a:pt x="1652270" y="130810"/>
                    <a:pt x="1642110" y="132080"/>
                    <a:pt x="1635760" y="125730"/>
                  </a:cubicBezTo>
                  <a:cubicBezTo>
                    <a:pt x="1631950" y="121920"/>
                    <a:pt x="1629410" y="123190"/>
                    <a:pt x="1625600" y="125730"/>
                  </a:cubicBezTo>
                  <a:lnTo>
                    <a:pt x="1617980" y="133350"/>
                  </a:lnTo>
                  <a:cubicBezTo>
                    <a:pt x="1616710" y="134620"/>
                    <a:pt x="1614170" y="134620"/>
                    <a:pt x="1612900" y="134620"/>
                  </a:cubicBezTo>
                  <a:lnTo>
                    <a:pt x="1605280" y="134620"/>
                  </a:lnTo>
                  <a:cubicBezTo>
                    <a:pt x="1600200" y="134620"/>
                    <a:pt x="1595120" y="133350"/>
                    <a:pt x="1590040" y="132080"/>
                  </a:cubicBezTo>
                  <a:cubicBezTo>
                    <a:pt x="1583690" y="130810"/>
                    <a:pt x="1578610" y="127000"/>
                    <a:pt x="1572260" y="125730"/>
                  </a:cubicBezTo>
                  <a:cubicBezTo>
                    <a:pt x="1562100" y="124460"/>
                    <a:pt x="1559560" y="115570"/>
                    <a:pt x="1555750" y="109220"/>
                  </a:cubicBezTo>
                  <a:cubicBezTo>
                    <a:pt x="1553210" y="105410"/>
                    <a:pt x="1548130" y="100330"/>
                    <a:pt x="1543050" y="101600"/>
                  </a:cubicBezTo>
                  <a:cubicBezTo>
                    <a:pt x="1537970" y="104140"/>
                    <a:pt x="1532890" y="101600"/>
                    <a:pt x="1529080" y="100330"/>
                  </a:cubicBezTo>
                  <a:cubicBezTo>
                    <a:pt x="1527810" y="100330"/>
                    <a:pt x="1525270" y="99060"/>
                    <a:pt x="1524000" y="99060"/>
                  </a:cubicBezTo>
                  <a:cubicBezTo>
                    <a:pt x="1515110" y="96520"/>
                    <a:pt x="1508760" y="101600"/>
                    <a:pt x="1502410" y="107950"/>
                  </a:cubicBezTo>
                  <a:lnTo>
                    <a:pt x="1497330" y="113030"/>
                  </a:lnTo>
                  <a:cubicBezTo>
                    <a:pt x="1496060" y="114300"/>
                    <a:pt x="1496060" y="116840"/>
                    <a:pt x="1494790" y="118110"/>
                  </a:cubicBezTo>
                  <a:cubicBezTo>
                    <a:pt x="1487170" y="124460"/>
                    <a:pt x="1479550" y="121920"/>
                    <a:pt x="1470660" y="118110"/>
                  </a:cubicBezTo>
                  <a:cubicBezTo>
                    <a:pt x="1463040" y="114300"/>
                    <a:pt x="1454150" y="118110"/>
                    <a:pt x="1451610" y="125730"/>
                  </a:cubicBezTo>
                  <a:cubicBezTo>
                    <a:pt x="1450340" y="130810"/>
                    <a:pt x="1449070" y="134620"/>
                    <a:pt x="1442720" y="137160"/>
                  </a:cubicBezTo>
                  <a:cubicBezTo>
                    <a:pt x="1436370" y="140970"/>
                    <a:pt x="1428750" y="143510"/>
                    <a:pt x="1427480" y="152400"/>
                  </a:cubicBezTo>
                  <a:cubicBezTo>
                    <a:pt x="1427480" y="153670"/>
                    <a:pt x="1426210" y="154940"/>
                    <a:pt x="1424940" y="154940"/>
                  </a:cubicBezTo>
                  <a:cubicBezTo>
                    <a:pt x="1421130" y="156210"/>
                    <a:pt x="1418590" y="157480"/>
                    <a:pt x="1414780" y="158750"/>
                  </a:cubicBezTo>
                  <a:lnTo>
                    <a:pt x="1403350" y="158750"/>
                  </a:lnTo>
                  <a:cubicBezTo>
                    <a:pt x="1395730" y="157480"/>
                    <a:pt x="1388110" y="154940"/>
                    <a:pt x="1380490" y="153670"/>
                  </a:cubicBezTo>
                  <a:cubicBezTo>
                    <a:pt x="1371600" y="152400"/>
                    <a:pt x="1363980" y="157480"/>
                    <a:pt x="1355090" y="158750"/>
                  </a:cubicBezTo>
                  <a:lnTo>
                    <a:pt x="1353820" y="160020"/>
                  </a:lnTo>
                  <a:cubicBezTo>
                    <a:pt x="1351280" y="163830"/>
                    <a:pt x="1347470" y="162560"/>
                    <a:pt x="1344930" y="160020"/>
                  </a:cubicBezTo>
                  <a:cubicBezTo>
                    <a:pt x="1339850" y="154940"/>
                    <a:pt x="1330960" y="153670"/>
                    <a:pt x="1324610" y="156210"/>
                  </a:cubicBezTo>
                  <a:cubicBezTo>
                    <a:pt x="1316990" y="160020"/>
                    <a:pt x="1309370" y="162560"/>
                    <a:pt x="1301750" y="165100"/>
                  </a:cubicBezTo>
                  <a:cubicBezTo>
                    <a:pt x="1299210" y="165100"/>
                    <a:pt x="1296670" y="163830"/>
                    <a:pt x="1295400" y="163830"/>
                  </a:cubicBezTo>
                  <a:cubicBezTo>
                    <a:pt x="1292860" y="163830"/>
                    <a:pt x="1289050" y="162560"/>
                    <a:pt x="1287780" y="163830"/>
                  </a:cubicBezTo>
                  <a:cubicBezTo>
                    <a:pt x="1277620" y="171450"/>
                    <a:pt x="1267460" y="168910"/>
                    <a:pt x="1258570" y="163830"/>
                  </a:cubicBezTo>
                  <a:cubicBezTo>
                    <a:pt x="1253490" y="161290"/>
                    <a:pt x="1245870" y="158750"/>
                    <a:pt x="1243330" y="151130"/>
                  </a:cubicBezTo>
                  <a:cubicBezTo>
                    <a:pt x="1242060" y="146050"/>
                    <a:pt x="1236980" y="140970"/>
                    <a:pt x="1233170" y="137160"/>
                  </a:cubicBezTo>
                  <a:cubicBezTo>
                    <a:pt x="1226820" y="130810"/>
                    <a:pt x="1220470" y="121920"/>
                    <a:pt x="1209040" y="121920"/>
                  </a:cubicBezTo>
                  <a:cubicBezTo>
                    <a:pt x="1206500" y="121920"/>
                    <a:pt x="1203960" y="116840"/>
                    <a:pt x="1202690" y="118110"/>
                  </a:cubicBezTo>
                  <a:cubicBezTo>
                    <a:pt x="1197610" y="119380"/>
                    <a:pt x="1197610" y="116840"/>
                    <a:pt x="1195070" y="114300"/>
                  </a:cubicBezTo>
                  <a:cubicBezTo>
                    <a:pt x="1192530" y="111760"/>
                    <a:pt x="1188720" y="109220"/>
                    <a:pt x="1186180" y="105410"/>
                  </a:cubicBezTo>
                  <a:cubicBezTo>
                    <a:pt x="1182370" y="100330"/>
                    <a:pt x="1178560" y="93980"/>
                    <a:pt x="1174750" y="88900"/>
                  </a:cubicBezTo>
                  <a:cubicBezTo>
                    <a:pt x="1170940" y="83820"/>
                    <a:pt x="1168400" y="77470"/>
                    <a:pt x="1164590" y="72390"/>
                  </a:cubicBezTo>
                  <a:cubicBezTo>
                    <a:pt x="1163320" y="71120"/>
                    <a:pt x="1159510" y="69850"/>
                    <a:pt x="1158240" y="71120"/>
                  </a:cubicBezTo>
                  <a:lnTo>
                    <a:pt x="1143000" y="78740"/>
                  </a:lnTo>
                  <a:cubicBezTo>
                    <a:pt x="1140460" y="80010"/>
                    <a:pt x="1139190" y="82550"/>
                    <a:pt x="1137920" y="85090"/>
                  </a:cubicBezTo>
                  <a:lnTo>
                    <a:pt x="1136650" y="83820"/>
                  </a:lnTo>
                  <a:cubicBezTo>
                    <a:pt x="1137920" y="80010"/>
                    <a:pt x="1139190" y="76200"/>
                    <a:pt x="1140460" y="74930"/>
                  </a:cubicBezTo>
                  <a:lnTo>
                    <a:pt x="1125220" y="71120"/>
                  </a:lnTo>
                  <a:cubicBezTo>
                    <a:pt x="1121410" y="69850"/>
                    <a:pt x="1115060" y="69850"/>
                    <a:pt x="1112520" y="69850"/>
                  </a:cubicBezTo>
                  <a:lnTo>
                    <a:pt x="1092200" y="69850"/>
                  </a:lnTo>
                  <a:cubicBezTo>
                    <a:pt x="1084580" y="69850"/>
                    <a:pt x="1078230" y="68580"/>
                    <a:pt x="1070610" y="69850"/>
                  </a:cubicBezTo>
                  <a:cubicBezTo>
                    <a:pt x="1065530" y="71120"/>
                    <a:pt x="1061720" y="68580"/>
                    <a:pt x="1057910" y="66040"/>
                  </a:cubicBezTo>
                  <a:cubicBezTo>
                    <a:pt x="1047750" y="58420"/>
                    <a:pt x="1037590" y="49530"/>
                    <a:pt x="1023620" y="53340"/>
                  </a:cubicBezTo>
                  <a:cubicBezTo>
                    <a:pt x="1022350" y="53340"/>
                    <a:pt x="1019810" y="52070"/>
                    <a:pt x="1018540" y="50800"/>
                  </a:cubicBezTo>
                  <a:cubicBezTo>
                    <a:pt x="1014730" y="49530"/>
                    <a:pt x="1012190" y="46990"/>
                    <a:pt x="1007110" y="44450"/>
                  </a:cubicBezTo>
                  <a:cubicBezTo>
                    <a:pt x="1007110" y="48260"/>
                    <a:pt x="1007110" y="49530"/>
                    <a:pt x="1008380" y="52070"/>
                  </a:cubicBezTo>
                  <a:cubicBezTo>
                    <a:pt x="1005840" y="54610"/>
                    <a:pt x="1004570" y="53340"/>
                    <a:pt x="1003300" y="52070"/>
                  </a:cubicBezTo>
                  <a:cubicBezTo>
                    <a:pt x="1002030" y="53340"/>
                    <a:pt x="1000760" y="55880"/>
                    <a:pt x="999490" y="55880"/>
                  </a:cubicBezTo>
                  <a:cubicBezTo>
                    <a:pt x="993140" y="58420"/>
                    <a:pt x="986790" y="59690"/>
                    <a:pt x="980440" y="62230"/>
                  </a:cubicBezTo>
                  <a:cubicBezTo>
                    <a:pt x="977900" y="63500"/>
                    <a:pt x="975360" y="64770"/>
                    <a:pt x="974090" y="66040"/>
                  </a:cubicBezTo>
                  <a:cubicBezTo>
                    <a:pt x="969010" y="69850"/>
                    <a:pt x="965200" y="76200"/>
                    <a:pt x="956310" y="74930"/>
                  </a:cubicBezTo>
                  <a:cubicBezTo>
                    <a:pt x="955040" y="74930"/>
                    <a:pt x="952500" y="77470"/>
                    <a:pt x="949960" y="77470"/>
                  </a:cubicBezTo>
                  <a:cubicBezTo>
                    <a:pt x="947420" y="78740"/>
                    <a:pt x="943610" y="78740"/>
                    <a:pt x="941070" y="80010"/>
                  </a:cubicBezTo>
                  <a:lnTo>
                    <a:pt x="938530" y="80010"/>
                  </a:lnTo>
                  <a:cubicBezTo>
                    <a:pt x="930910" y="82550"/>
                    <a:pt x="924560" y="85090"/>
                    <a:pt x="916940" y="86360"/>
                  </a:cubicBezTo>
                  <a:lnTo>
                    <a:pt x="911860" y="86360"/>
                  </a:lnTo>
                  <a:cubicBezTo>
                    <a:pt x="905510" y="86360"/>
                    <a:pt x="900430" y="85090"/>
                    <a:pt x="894080" y="85090"/>
                  </a:cubicBezTo>
                  <a:cubicBezTo>
                    <a:pt x="887730" y="85090"/>
                    <a:pt x="881380" y="87630"/>
                    <a:pt x="875030" y="87630"/>
                  </a:cubicBezTo>
                  <a:cubicBezTo>
                    <a:pt x="867410" y="87630"/>
                    <a:pt x="858520" y="87630"/>
                    <a:pt x="852170" y="82550"/>
                  </a:cubicBezTo>
                  <a:cubicBezTo>
                    <a:pt x="850900" y="81280"/>
                    <a:pt x="847090" y="81280"/>
                    <a:pt x="844550" y="82550"/>
                  </a:cubicBezTo>
                  <a:cubicBezTo>
                    <a:pt x="835660" y="83820"/>
                    <a:pt x="826770" y="85090"/>
                    <a:pt x="819150" y="87630"/>
                  </a:cubicBezTo>
                  <a:cubicBezTo>
                    <a:pt x="811530" y="90170"/>
                    <a:pt x="807720" y="87630"/>
                    <a:pt x="805180" y="81280"/>
                  </a:cubicBezTo>
                  <a:cubicBezTo>
                    <a:pt x="803910" y="78740"/>
                    <a:pt x="801370" y="76200"/>
                    <a:pt x="798830" y="73660"/>
                  </a:cubicBezTo>
                  <a:cubicBezTo>
                    <a:pt x="795020" y="71120"/>
                    <a:pt x="791210" y="67310"/>
                    <a:pt x="787400" y="67310"/>
                  </a:cubicBezTo>
                  <a:cubicBezTo>
                    <a:pt x="778510" y="67310"/>
                    <a:pt x="773430" y="62230"/>
                    <a:pt x="767080" y="58420"/>
                  </a:cubicBezTo>
                  <a:cubicBezTo>
                    <a:pt x="756920" y="52070"/>
                    <a:pt x="748030" y="44450"/>
                    <a:pt x="735330" y="45720"/>
                  </a:cubicBezTo>
                  <a:lnTo>
                    <a:pt x="735330" y="39370"/>
                  </a:lnTo>
                  <a:cubicBezTo>
                    <a:pt x="737870" y="39370"/>
                    <a:pt x="740410" y="39370"/>
                    <a:pt x="742950" y="38100"/>
                  </a:cubicBezTo>
                  <a:cubicBezTo>
                    <a:pt x="739140" y="35560"/>
                    <a:pt x="739140" y="31750"/>
                    <a:pt x="736600" y="29210"/>
                  </a:cubicBezTo>
                  <a:cubicBezTo>
                    <a:pt x="731520" y="25400"/>
                    <a:pt x="726440" y="24130"/>
                    <a:pt x="721360" y="21590"/>
                  </a:cubicBezTo>
                  <a:cubicBezTo>
                    <a:pt x="717550" y="20320"/>
                    <a:pt x="712470" y="20320"/>
                    <a:pt x="715010" y="26670"/>
                  </a:cubicBezTo>
                  <a:cubicBezTo>
                    <a:pt x="708660" y="27940"/>
                    <a:pt x="703580" y="27940"/>
                    <a:pt x="701040" y="30480"/>
                  </a:cubicBezTo>
                  <a:cubicBezTo>
                    <a:pt x="695960" y="34290"/>
                    <a:pt x="690880" y="31750"/>
                    <a:pt x="687070" y="29210"/>
                  </a:cubicBezTo>
                  <a:cubicBezTo>
                    <a:pt x="684530" y="27940"/>
                    <a:pt x="681990" y="26670"/>
                    <a:pt x="679450" y="27940"/>
                  </a:cubicBezTo>
                  <a:cubicBezTo>
                    <a:pt x="664210" y="35560"/>
                    <a:pt x="648970" y="31750"/>
                    <a:pt x="633730" y="31750"/>
                  </a:cubicBezTo>
                  <a:cubicBezTo>
                    <a:pt x="631190" y="31750"/>
                    <a:pt x="628650" y="30480"/>
                    <a:pt x="624840" y="30480"/>
                  </a:cubicBezTo>
                  <a:cubicBezTo>
                    <a:pt x="619760" y="29210"/>
                    <a:pt x="615950" y="26670"/>
                    <a:pt x="610870" y="25400"/>
                  </a:cubicBezTo>
                  <a:cubicBezTo>
                    <a:pt x="605790" y="24130"/>
                    <a:pt x="599440" y="22860"/>
                    <a:pt x="594360" y="21590"/>
                  </a:cubicBezTo>
                  <a:lnTo>
                    <a:pt x="590550" y="21590"/>
                  </a:lnTo>
                  <a:cubicBezTo>
                    <a:pt x="581660" y="21590"/>
                    <a:pt x="572770" y="22860"/>
                    <a:pt x="565150" y="22860"/>
                  </a:cubicBezTo>
                  <a:cubicBezTo>
                    <a:pt x="558800" y="22860"/>
                    <a:pt x="552450" y="20320"/>
                    <a:pt x="544830" y="19050"/>
                  </a:cubicBezTo>
                  <a:cubicBezTo>
                    <a:pt x="543560" y="8890"/>
                    <a:pt x="533400" y="11430"/>
                    <a:pt x="527050" y="6350"/>
                  </a:cubicBezTo>
                  <a:cubicBezTo>
                    <a:pt x="525780" y="5080"/>
                    <a:pt x="523240" y="6350"/>
                    <a:pt x="521970" y="6350"/>
                  </a:cubicBezTo>
                  <a:cubicBezTo>
                    <a:pt x="514350" y="5080"/>
                    <a:pt x="509270" y="8890"/>
                    <a:pt x="506730" y="15240"/>
                  </a:cubicBezTo>
                  <a:cubicBezTo>
                    <a:pt x="502920" y="21590"/>
                    <a:pt x="492760" y="24130"/>
                    <a:pt x="496570" y="34290"/>
                  </a:cubicBezTo>
                  <a:cubicBezTo>
                    <a:pt x="497840" y="35560"/>
                    <a:pt x="500380" y="36830"/>
                    <a:pt x="501650" y="39370"/>
                  </a:cubicBezTo>
                  <a:cubicBezTo>
                    <a:pt x="501650" y="43180"/>
                    <a:pt x="500380" y="45720"/>
                    <a:pt x="496570" y="44450"/>
                  </a:cubicBezTo>
                  <a:cubicBezTo>
                    <a:pt x="495300" y="44450"/>
                    <a:pt x="494030" y="46990"/>
                    <a:pt x="492760" y="48260"/>
                  </a:cubicBezTo>
                  <a:cubicBezTo>
                    <a:pt x="491490" y="49530"/>
                    <a:pt x="491490" y="52070"/>
                    <a:pt x="490220" y="52070"/>
                  </a:cubicBezTo>
                  <a:cubicBezTo>
                    <a:pt x="482600" y="54610"/>
                    <a:pt x="477520" y="60960"/>
                    <a:pt x="468630" y="59690"/>
                  </a:cubicBezTo>
                  <a:lnTo>
                    <a:pt x="466090" y="59690"/>
                  </a:lnTo>
                  <a:cubicBezTo>
                    <a:pt x="458470" y="66040"/>
                    <a:pt x="450850" y="64770"/>
                    <a:pt x="441960" y="63500"/>
                  </a:cubicBezTo>
                  <a:cubicBezTo>
                    <a:pt x="438150" y="62230"/>
                    <a:pt x="433070" y="63500"/>
                    <a:pt x="427990" y="63500"/>
                  </a:cubicBezTo>
                  <a:cubicBezTo>
                    <a:pt x="424180" y="63500"/>
                    <a:pt x="420370" y="63500"/>
                    <a:pt x="416560" y="60960"/>
                  </a:cubicBezTo>
                  <a:cubicBezTo>
                    <a:pt x="411480" y="58420"/>
                    <a:pt x="406400" y="54610"/>
                    <a:pt x="401320" y="52070"/>
                  </a:cubicBezTo>
                  <a:cubicBezTo>
                    <a:pt x="396240" y="49530"/>
                    <a:pt x="389890" y="49530"/>
                    <a:pt x="389890" y="40640"/>
                  </a:cubicBezTo>
                  <a:cubicBezTo>
                    <a:pt x="389890" y="39370"/>
                    <a:pt x="387350" y="38100"/>
                    <a:pt x="387350" y="36830"/>
                  </a:cubicBezTo>
                  <a:cubicBezTo>
                    <a:pt x="378460" y="44450"/>
                    <a:pt x="370840" y="50800"/>
                    <a:pt x="363220" y="57150"/>
                  </a:cubicBezTo>
                  <a:cubicBezTo>
                    <a:pt x="359410" y="60960"/>
                    <a:pt x="354330" y="66040"/>
                    <a:pt x="356870" y="72390"/>
                  </a:cubicBezTo>
                  <a:cubicBezTo>
                    <a:pt x="356870" y="73660"/>
                    <a:pt x="355600" y="74930"/>
                    <a:pt x="355600" y="76200"/>
                  </a:cubicBezTo>
                  <a:cubicBezTo>
                    <a:pt x="354330" y="78740"/>
                    <a:pt x="353060" y="81280"/>
                    <a:pt x="350520" y="82550"/>
                  </a:cubicBezTo>
                  <a:cubicBezTo>
                    <a:pt x="347980" y="86360"/>
                    <a:pt x="345440" y="90170"/>
                    <a:pt x="342900" y="95250"/>
                  </a:cubicBezTo>
                  <a:lnTo>
                    <a:pt x="335280" y="102870"/>
                  </a:lnTo>
                  <a:cubicBezTo>
                    <a:pt x="332740" y="106680"/>
                    <a:pt x="330200" y="110490"/>
                    <a:pt x="326390" y="113030"/>
                  </a:cubicBezTo>
                  <a:cubicBezTo>
                    <a:pt x="317500" y="120650"/>
                    <a:pt x="308610" y="128270"/>
                    <a:pt x="298450" y="135890"/>
                  </a:cubicBezTo>
                  <a:cubicBezTo>
                    <a:pt x="293370" y="140970"/>
                    <a:pt x="287020" y="144780"/>
                    <a:pt x="281940" y="149860"/>
                  </a:cubicBezTo>
                  <a:cubicBezTo>
                    <a:pt x="273050" y="157480"/>
                    <a:pt x="262890" y="163830"/>
                    <a:pt x="257810" y="175260"/>
                  </a:cubicBezTo>
                  <a:cubicBezTo>
                    <a:pt x="257810" y="176530"/>
                    <a:pt x="255270" y="177800"/>
                    <a:pt x="254000" y="179070"/>
                  </a:cubicBezTo>
                  <a:cubicBezTo>
                    <a:pt x="247650" y="184150"/>
                    <a:pt x="237490" y="184150"/>
                    <a:pt x="237490" y="194310"/>
                  </a:cubicBezTo>
                  <a:cubicBezTo>
                    <a:pt x="227330" y="194310"/>
                    <a:pt x="222250" y="201930"/>
                    <a:pt x="217170" y="208280"/>
                  </a:cubicBezTo>
                  <a:cubicBezTo>
                    <a:pt x="213360" y="213360"/>
                    <a:pt x="209550" y="219710"/>
                    <a:pt x="204470" y="223520"/>
                  </a:cubicBezTo>
                  <a:cubicBezTo>
                    <a:pt x="199390" y="226060"/>
                    <a:pt x="193040" y="224790"/>
                    <a:pt x="186690" y="224790"/>
                  </a:cubicBezTo>
                  <a:cubicBezTo>
                    <a:pt x="184150" y="224790"/>
                    <a:pt x="181610" y="224790"/>
                    <a:pt x="181610" y="226060"/>
                  </a:cubicBezTo>
                  <a:cubicBezTo>
                    <a:pt x="176530" y="231140"/>
                    <a:pt x="170180" y="234950"/>
                    <a:pt x="166370" y="241300"/>
                  </a:cubicBezTo>
                  <a:cubicBezTo>
                    <a:pt x="162560" y="247650"/>
                    <a:pt x="158750" y="251460"/>
                    <a:pt x="152400" y="252730"/>
                  </a:cubicBezTo>
                  <a:cubicBezTo>
                    <a:pt x="146050" y="254000"/>
                    <a:pt x="139700" y="260350"/>
                    <a:pt x="130810" y="256540"/>
                  </a:cubicBezTo>
                  <a:cubicBezTo>
                    <a:pt x="123190" y="254000"/>
                    <a:pt x="114300" y="256540"/>
                    <a:pt x="109220" y="251460"/>
                  </a:cubicBezTo>
                  <a:cubicBezTo>
                    <a:pt x="99060" y="252730"/>
                    <a:pt x="91440" y="255270"/>
                    <a:pt x="82550" y="256540"/>
                  </a:cubicBezTo>
                  <a:cubicBezTo>
                    <a:pt x="72390" y="259080"/>
                    <a:pt x="60960" y="257810"/>
                    <a:pt x="52070" y="265430"/>
                  </a:cubicBezTo>
                  <a:cubicBezTo>
                    <a:pt x="44450" y="271780"/>
                    <a:pt x="38100" y="278130"/>
                    <a:pt x="26670" y="276860"/>
                  </a:cubicBezTo>
                  <a:cubicBezTo>
                    <a:pt x="27940" y="284480"/>
                    <a:pt x="29210" y="290830"/>
                    <a:pt x="30480" y="298450"/>
                  </a:cubicBezTo>
                  <a:cubicBezTo>
                    <a:pt x="33020" y="318770"/>
                    <a:pt x="35560" y="339090"/>
                    <a:pt x="36830" y="359410"/>
                  </a:cubicBezTo>
                  <a:cubicBezTo>
                    <a:pt x="40640" y="384810"/>
                    <a:pt x="41910" y="408940"/>
                    <a:pt x="39370" y="433070"/>
                  </a:cubicBezTo>
                  <a:cubicBezTo>
                    <a:pt x="36830" y="467360"/>
                    <a:pt x="25400" y="1640840"/>
                    <a:pt x="13970" y="1672590"/>
                  </a:cubicBezTo>
                  <a:lnTo>
                    <a:pt x="2540" y="1699260"/>
                  </a:lnTo>
                  <a:cubicBezTo>
                    <a:pt x="0" y="1705610"/>
                    <a:pt x="3810" y="1709420"/>
                    <a:pt x="10160" y="1710690"/>
                  </a:cubicBezTo>
                  <a:cubicBezTo>
                    <a:pt x="17780" y="1711960"/>
                    <a:pt x="20320" y="1717040"/>
                    <a:pt x="22860" y="1723390"/>
                  </a:cubicBezTo>
                  <a:cubicBezTo>
                    <a:pt x="25400" y="1733550"/>
                    <a:pt x="21590" y="1743710"/>
                    <a:pt x="26670" y="1753870"/>
                  </a:cubicBezTo>
                  <a:cubicBezTo>
                    <a:pt x="29210" y="1758950"/>
                    <a:pt x="26670" y="1767840"/>
                    <a:pt x="25400" y="1775460"/>
                  </a:cubicBezTo>
                  <a:cubicBezTo>
                    <a:pt x="24130" y="1785620"/>
                    <a:pt x="26670" y="1795780"/>
                    <a:pt x="30480" y="1804670"/>
                  </a:cubicBezTo>
                  <a:cubicBezTo>
                    <a:pt x="39370" y="1819910"/>
                    <a:pt x="40640" y="1837690"/>
                    <a:pt x="40640" y="1854200"/>
                  </a:cubicBezTo>
                  <a:cubicBezTo>
                    <a:pt x="40640" y="1858010"/>
                    <a:pt x="41910" y="1861820"/>
                    <a:pt x="43180" y="1864360"/>
                  </a:cubicBezTo>
                  <a:cubicBezTo>
                    <a:pt x="45720" y="1866900"/>
                    <a:pt x="50800" y="1869440"/>
                    <a:pt x="55880" y="1870710"/>
                  </a:cubicBezTo>
                  <a:lnTo>
                    <a:pt x="86360" y="1885950"/>
                  </a:lnTo>
                  <a:cubicBezTo>
                    <a:pt x="100330" y="1893570"/>
                    <a:pt x="111760" y="1892300"/>
                    <a:pt x="124460" y="1883410"/>
                  </a:cubicBezTo>
                  <a:cubicBezTo>
                    <a:pt x="125730" y="1882140"/>
                    <a:pt x="129540" y="1880870"/>
                    <a:pt x="130810" y="1880870"/>
                  </a:cubicBezTo>
                  <a:cubicBezTo>
                    <a:pt x="139700" y="1882140"/>
                    <a:pt x="148590" y="1882140"/>
                    <a:pt x="156210" y="1889760"/>
                  </a:cubicBezTo>
                  <a:cubicBezTo>
                    <a:pt x="165100" y="1897380"/>
                    <a:pt x="177800" y="1902460"/>
                    <a:pt x="187960" y="1908810"/>
                  </a:cubicBezTo>
                  <a:cubicBezTo>
                    <a:pt x="194310" y="1912620"/>
                    <a:pt x="201930" y="1917700"/>
                    <a:pt x="205740" y="1922780"/>
                  </a:cubicBezTo>
                  <a:cubicBezTo>
                    <a:pt x="208280" y="1925320"/>
                    <a:pt x="210820" y="1927860"/>
                    <a:pt x="213360" y="1929130"/>
                  </a:cubicBezTo>
                  <a:cubicBezTo>
                    <a:pt x="227330" y="1934210"/>
                    <a:pt x="234950" y="1946910"/>
                    <a:pt x="243840" y="1957070"/>
                  </a:cubicBezTo>
                  <a:cubicBezTo>
                    <a:pt x="251460" y="1965960"/>
                    <a:pt x="261620" y="1971040"/>
                    <a:pt x="273050" y="1972310"/>
                  </a:cubicBezTo>
                  <a:cubicBezTo>
                    <a:pt x="285750" y="1974850"/>
                    <a:pt x="298450" y="1976120"/>
                    <a:pt x="311150" y="1978660"/>
                  </a:cubicBezTo>
                  <a:cubicBezTo>
                    <a:pt x="316230" y="1979930"/>
                    <a:pt x="322580" y="1981200"/>
                    <a:pt x="327660" y="1983740"/>
                  </a:cubicBezTo>
                  <a:cubicBezTo>
                    <a:pt x="334010" y="1986280"/>
                    <a:pt x="340360" y="1986280"/>
                    <a:pt x="345440" y="1990090"/>
                  </a:cubicBezTo>
                  <a:cubicBezTo>
                    <a:pt x="353060" y="1996440"/>
                    <a:pt x="360680" y="2000250"/>
                    <a:pt x="370840" y="1997710"/>
                  </a:cubicBezTo>
                  <a:cubicBezTo>
                    <a:pt x="374650" y="1996440"/>
                    <a:pt x="379730" y="1998980"/>
                    <a:pt x="383540" y="2000250"/>
                  </a:cubicBezTo>
                  <a:cubicBezTo>
                    <a:pt x="384810" y="2000250"/>
                    <a:pt x="386080" y="2001520"/>
                    <a:pt x="387350" y="2001520"/>
                  </a:cubicBezTo>
                  <a:cubicBezTo>
                    <a:pt x="401320" y="2002790"/>
                    <a:pt x="414020" y="2000250"/>
                    <a:pt x="426720" y="1997710"/>
                  </a:cubicBezTo>
                  <a:cubicBezTo>
                    <a:pt x="431800" y="1996440"/>
                    <a:pt x="436880" y="1995170"/>
                    <a:pt x="441960" y="1992630"/>
                  </a:cubicBezTo>
                  <a:cubicBezTo>
                    <a:pt x="455930" y="1986280"/>
                    <a:pt x="469900" y="1979930"/>
                    <a:pt x="482600" y="1972310"/>
                  </a:cubicBezTo>
                  <a:cubicBezTo>
                    <a:pt x="491490" y="1967230"/>
                    <a:pt x="500380" y="1962150"/>
                    <a:pt x="510540" y="1967230"/>
                  </a:cubicBezTo>
                  <a:lnTo>
                    <a:pt x="515620" y="1967230"/>
                  </a:lnTo>
                  <a:cubicBezTo>
                    <a:pt x="524510" y="1967230"/>
                    <a:pt x="533400" y="1965960"/>
                    <a:pt x="541020" y="1964690"/>
                  </a:cubicBezTo>
                  <a:cubicBezTo>
                    <a:pt x="542290" y="1964690"/>
                    <a:pt x="544830" y="1964690"/>
                    <a:pt x="544830" y="1963420"/>
                  </a:cubicBezTo>
                  <a:cubicBezTo>
                    <a:pt x="548640" y="1958340"/>
                    <a:pt x="554990" y="1958340"/>
                    <a:pt x="561340" y="1957070"/>
                  </a:cubicBezTo>
                  <a:cubicBezTo>
                    <a:pt x="571500" y="1955800"/>
                    <a:pt x="581660" y="1955800"/>
                    <a:pt x="589280" y="1949450"/>
                  </a:cubicBezTo>
                  <a:cubicBezTo>
                    <a:pt x="596900" y="1944370"/>
                    <a:pt x="604520" y="1943100"/>
                    <a:pt x="613410" y="1941830"/>
                  </a:cubicBezTo>
                  <a:cubicBezTo>
                    <a:pt x="614680" y="1941830"/>
                    <a:pt x="617220" y="1940560"/>
                    <a:pt x="618490" y="1940560"/>
                  </a:cubicBezTo>
                  <a:cubicBezTo>
                    <a:pt x="624840" y="1939290"/>
                    <a:pt x="631190" y="1935480"/>
                    <a:pt x="636270" y="1936750"/>
                  </a:cubicBezTo>
                  <a:cubicBezTo>
                    <a:pt x="647700" y="1939290"/>
                    <a:pt x="652780" y="1935480"/>
                    <a:pt x="660400" y="1925320"/>
                  </a:cubicBezTo>
                  <a:cubicBezTo>
                    <a:pt x="661670" y="1922780"/>
                    <a:pt x="665480" y="1921510"/>
                    <a:pt x="668020" y="1920240"/>
                  </a:cubicBezTo>
                  <a:cubicBezTo>
                    <a:pt x="674370" y="1918970"/>
                    <a:pt x="680720" y="1920240"/>
                    <a:pt x="687070" y="1918970"/>
                  </a:cubicBezTo>
                  <a:cubicBezTo>
                    <a:pt x="690880" y="1918970"/>
                    <a:pt x="694690" y="1915160"/>
                    <a:pt x="697230" y="1915160"/>
                  </a:cubicBezTo>
                  <a:cubicBezTo>
                    <a:pt x="707390" y="1916430"/>
                    <a:pt x="718820" y="1912620"/>
                    <a:pt x="727710" y="1918970"/>
                  </a:cubicBezTo>
                  <a:cubicBezTo>
                    <a:pt x="728980" y="1920240"/>
                    <a:pt x="731520" y="1920240"/>
                    <a:pt x="734060" y="1920240"/>
                  </a:cubicBezTo>
                  <a:cubicBezTo>
                    <a:pt x="750570" y="1921510"/>
                    <a:pt x="764540" y="1926590"/>
                    <a:pt x="775970" y="1936750"/>
                  </a:cubicBezTo>
                  <a:cubicBezTo>
                    <a:pt x="779780" y="1940560"/>
                    <a:pt x="784860" y="1943100"/>
                    <a:pt x="788670" y="1945640"/>
                  </a:cubicBezTo>
                  <a:cubicBezTo>
                    <a:pt x="792480" y="1948180"/>
                    <a:pt x="797560" y="1948180"/>
                    <a:pt x="801370" y="1949450"/>
                  </a:cubicBezTo>
                  <a:cubicBezTo>
                    <a:pt x="805180" y="1950720"/>
                    <a:pt x="807720" y="1951990"/>
                    <a:pt x="811530" y="1951990"/>
                  </a:cubicBezTo>
                  <a:cubicBezTo>
                    <a:pt x="817880" y="1951990"/>
                    <a:pt x="822960" y="1954530"/>
                    <a:pt x="826770" y="1959610"/>
                  </a:cubicBezTo>
                  <a:cubicBezTo>
                    <a:pt x="828040" y="1960880"/>
                    <a:pt x="829310" y="1962150"/>
                    <a:pt x="830580" y="1964690"/>
                  </a:cubicBezTo>
                  <a:cubicBezTo>
                    <a:pt x="829310" y="1968500"/>
                    <a:pt x="836930" y="1978660"/>
                    <a:pt x="842010" y="1978660"/>
                  </a:cubicBezTo>
                  <a:cubicBezTo>
                    <a:pt x="850900" y="1978660"/>
                    <a:pt x="859790" y="1981200"/>
                    <a:pt x="867410" y="1987550"/>
                  </a:cubicBezTo>
                  <a:cubicBezTo>
                    <a:pt x="868680" y="1988820"/>
                    <a:pt x="871220" y="1988820"/>
                    <a:pt x="873760" y="1987550"/>
                  </a:cubicBezTo>
                  <a:cubicBezTo>
                    <a:pt x="877570" y="1986280"/>
                    <a:pt x="880110" y="1986280"/>
                    <a:pt x="882650" y="1990090"/>
                  </a:cubicBezTo>
                  <a:cubicBezTo>
                    <a:pt x="883920" y="1991360"/>
                    <a:pt x="889000" y="1991360"/>
                    <a:pt x="891540" y="1991360"/>
                  </a:cubicBezTo>
                  <a:cubicBezTo>
                    <a:pt x="897890" y="1991360"/>
                    <a:pt x="905510" y="1990090"/>
                    <a:pt x="911860" y="1991360"/>
                  </a:cubicBezTo>
                  <a:cubicBezTo>
                    <a:pt x="923290" y="1992630"/>
                    <a:pt x="933450" y="1993900"/>
                    <a:pt x="944880" y="1996440"/>
                  </a:cubicBezTo>
                  <a:cubicBezTo>
                    <a:pt x="947420" y="1996440"/>
                    <a:pt x="949960" y="1997710"/>
                    <a:pt x="951230" y="1998980"/>
                  </a:cubicBezTo>
                  <a:cubicBezTo>
                    <a:pt x="953770" y="2005330"/>
                    <a:pt x="960120" y="2005330"/>
                    <a:pt x="963930" y="2006600"/>
                  </a:cubicBezTo>
                  <a:cubicBezTo>
                    <a:pt x="967740" y="2007870"/>
                    <a:pt x="972820" y="2009140"/>
                    <a:pt x="975360" y="2009140"/>
                  </a:cubicBezTo>
                  <a:cubicBezTo>
                    <a:pt x="976630" y="2007870"/>
                    <a:pt x="979170" y="2006600"/>
                    <a:pt x="981710" y="2004060"/>
                  </a:cubicBezTo>
                  <a:cubicBezTo>
                    <a:pt x="976630" y="2004060"/>
                    <a:pt x="974090" y="2005330"/>
                    <a:pt x="971550" y="2005330"/>
                  </a:cubicBezTo>
                  <a:cubicBezTo>
                    <a:pt x="976630" y="1998980"/>
                    <a:pt x="981710" y="1997710"/>
                    <a:pt x="988060" y="2001520"/>
                  </a:cubicBezTo>
                  <a:cubicBezTo>
                    <a:pt x="995680" y="2007870"/>
                    <a:pt x="1002030" y="2007870"/>
                    <a:pt x="1010920" y="2001520"/>
                  </a:cubicBezTo>
                  <a:lnTo>
                    <a:pt x="1018540" y="1997710"/>
                  </a:lnTo>
                  <a:lnTo>
                    <a:pt x="1018540" y="1991360"/>
                  </a:lnTo>
                  <a:cubicBezTo>
                    <a:pt x="1022350" y="1992630"/>
                    <a:pt x="1026160" y="1995170"/>
                    <a:pt x="1028700" y="1995170"/>
                  </a:cubicBezTo>
                  <a:cubicBezTo>
                    <a:pt x="1036320" y="1991360"/>
                    <a:pt x="1043940" y="1987550"/>
                    <a:pt x="1050290" y="1982470"/>
                  </a:cubicBezTo>
                  <a:cubicBezTo>
                    <a:pt x="1057910" y="1977390"/>
                    <a:pt x="1064260" y="1971040"/>
                    <a:pt x="1070610" y="1965960"/>
                  </a:cubicBezTo>
                  <a:cubicBezTo>
                    <a:pt x="1071880" y="1965960"/>
                    <a:pt x="1071880" y="1964690"/>
                    <a:pt x="1073150" y="1964690"/>
                  </a:cubicBezTo>
                  <a:cubicBezTo>
                    <a:pt x="1082040" y="1962150"/>
                    <a:pt x="1089660" y="1960880"/>
                    <a:pt x="1098550" y="1958340"/>
                  </a:cubicBezTo>
                  <a:cubicBezTo>
                    <a:pt x="1103630" y="1957070"/>
                    <a:pt x="1107440" y="1954530"/>
                    <a:pt x="1112520" y="1953260"/>
                  </a:cubicBezTo>
                  <a:cubicBezTo>
                    <a:pt x="1116330" y="1951990"/>
                    <a:pt x="1118870" y="1951990"/>
                    <a:pt x="1122680" y="1950720"/>
                  </a:cubicBezTo>
                  <a:lnTo>
                    <a:pt x="1135380" y="1950720"/>
                  </a:lnTo>
                  <a:cubicBezTo>
                    <a:pt x="1137920" y="1950720"/>
                    <a:pt x="1141730" y="1950720"/>
                    <a:pt x="1144270" y="1949450"/>
                  </a:cubicBezTo>
                  <a:cubicBezTo>
                    <a:pt x="1145540" y="1946910"/>
                    <a:pt x="1148080" y="1943100"/>
                    <a:pt x="1149350" y="1943100"/>
                  </a:cubicBezTo>
                  <a:cubicBezTo>
                    <a:pt x="1153160" y="1943100"/>
                    <a:pt x="1155700" y="1945640"/>
                    <a:pt x="1159510" y="1946910"/>
                  </a:cubicBezTo>
                  <a:cubicBezTo>
                    <a:pt x="1160780" y="1946910"/>
                    <a:pt x="1160780" y="1948180"/>
                    <a:pt x="1160780" y="1949450"/>
                  </a:cubicBezTo>
                  <a:cubicBezTo>
                    <a:pt x="1165860" y="1954530"/>
                    <a:pt x="1169670" y="1960880"/>
                    <a:pt x="1174750" y="1965960"/>
                  </a:cubicBezTo>
                  <a:cubicBezTo>
                    <a:pt x="1181100" y="1972310"/>
                    <a:pt x="1187450" y="1972310"/>
                    <a:pt x="1191260" y="1968500"/>
                  </a:cubicBezTo>
                  <a:cubicBezTo>
                    <a:pt x="1197610" y="1963420"/>
                    <a:pt x="1202690" y="1959610"/>
                    <a:pt x="1211580" y="1962150"/>
                  </a:cubicBezTo>
                  <a:cubicBezTo>
                    <a:pt x="1212850" y="1962150"/>
                    <a:pt x="1215390" y="1963420"/>
                    <a:pt x="1216660" y="1962150"/>
                  </a:cubicBezTo>
                  <a:cubicBezTo>
                    <a:pt x="1223010" y="1959610"/>
                    <a:pt x="1230630" y="1957070"/>
                    <a:pt x="1236980" y="1953260"/>
                  </a:cubicBezTo>
                  <a:cubicBezTo>
                    <a:pt x="1240790" y="1951990"/>
                    <a:pt x="1245870" y="1951990"/>
                    <a:pt x="1247140" y="1949450"/>
                  </a:cubicBezTo>
                  <a:cubicBezTo>
                    <a:pt x="1250950" y="1941830"/>
                    <a:pt x="1257300" y="1938020"/>
                    <a:pt x="1263650" y="1932940"/>
                  </a:cubicBezTo>
                  <a:cubicBezTo>
                    <a:pt x="1267460" y="1929130"/>
                    <a:pt x="1271270" y="1924050"/>
                    <a:pt x="1275080" y="1922780"/>
                  </a:cubicBezTo>
                  <a:cubicBezTo>
                    <a:pt x="1283970" y="1920240"/>
                    <a:pt x="1290320" y="1912620"/>
                    <a:pt x="1297940" y="1907540"/>
                  </a:cubicBezTo>
                  <a:cubicBezTo>
                    <a:pt x="1304290" y="1903730"/>
                    <a:pt x="1308100" y="1896110"/>
                    <a:pt x="1314450" y="1894840"/>
                  </a:cubicBezTo>
                  <a:cubicBezTo>
                    <a:pt x="1324610" y="1892300"/>
                    <a:pt x="1332230" y="1885950"/>
                    <a:pt x="1341120" y="1879600"/>
                  </a:cubicBezTo>
                  <a:cubicBezTo>
                    <a:pt x="1346200" y="1875790"/>
                    <a:pt x="1352550" y="1873250"/>
                    <a:pt x="1358900" y="1874520"/>
                  </a:cubicBezTo>
                  <a:cubicBezTo>
                    <a:pt x="1362710" y="1875790"/>
                    <a:pt x="1367790" y="1874520"/>
                    <a:pt x="1370330" y="1873250"/>
                  </a:cubicBezTo>
                  <a:cubicBezTo>
                    <a:pt x="1375410" y="1870710"/>
                    <a:pt x="1380490" y="1866900"/>
                    <a:pt x="1385570" y="1864360"/>
                  </a:cubicBezTo>
                  <a:cubicBezTo>
                    <a:pt x="1389380" y="1861820"/>
                    <a:pt x="1393190" y="1859280"/>
                    <a:pt x="1397000" y="1859280"/>
                  </a:cubicBezTo>
                  <a:cubicBezTo>
                    <a:pt x="1409700" y="1858010"/>
                    <a:pt x="1419860" y="1855470"/>
                    <a:pt x="1426210" y="1842770"/>
                  </a:cubicBezTo>
                  <a:cubicBezTo>
                    <a:pt x="1428750" y="1837690"/>
                    <a:pt x="1441450" y="1831340"/>
                    <a:pt x="1446530" y="1833880"/>
                  </a:cubicBezTo>
                  <a:cubicBezTo>
                    <a:pt x="1455420" y="1837690"/>
                    <a:pt x="1461770" y="1835150"/>
                    <a:pt x="1466850" y="1827530"/>
                  </a:cubicBezTo>
                  <a:cubicBezTo>
                    <a:pt x="1470660" y="1823720"/>
                    <a:pt x="1475740" y="1824990"/>
                    <a:pt x="1479550" y="1827530"/>
                  </a:cubicBezTo>
                  <a:cubicBezTo>
                    <a:pt x="1482090" y="1830070"/>
                    <a:pt x="1484630" y="1831340"/>
                    <a:pt x="1487170" y="1831340"/>
                  </a:cubicBezTo>
                  <a:cubicBezTo>
                    <a:pt x="1496060" y="1832610"/>
                    <a:pt x="1506220" y="1831340"/>
                    <a:pt x="1515110" y="1832610"/>
                  </a:cubicBezTo>
                  <a:cubicBezTo>
                    <a:pt x="1522730" y="1833880"/>
                    <a:pt x="1530350" y="1831340"/>
                    <a:pt x="1535430" y="1826260"/>
                  </a:cubicBezTo>
                  <a:cubicBezTo>
                    <a:pt x="1540510" y="1821180"/>
                    <a:pt x="1544320" y="1821180"/>
                    <a:pt x="1551940" y="1823720"/>
                  </a:cubicBezTo>
                  <a:cubicBezTo>
                    <a:pt x="1558290" y="1826260"/>
                    <a:pt x="1563370" y="1832610"/>
                    <a:pt x="1572260" y="1831340"/>
                  </a:cubicBezTo>
                  <a:cubicBezTo>
                    <a:pt x="1579880" y="1830070"/>
                    <a:pt x="1588770" y="1833880"/>
                    <a:pt x="1597660" y="1830070"/>
                  </a:cubicBezTo>
                  <a:lnTo>
                    <a:pt x="1602740" y="1830070"/>
                  </a:lnTo>
                  <a:cubicBezTo>
                    <a:pt x="1610360" y="1832610"/>
                    <a:pt x="1617980" y="1833880"/>
                    <a:pt x="1624330" y="1840230"/>
                  </a:cubicBezTo>
                  <a:cubicBezTo>
                    <a:pt x="1631950" y="1846580"/>
                    <a:pt x="1633220" y="1799590"/>
                    <a:pt x="1640840" y="1804670"/>
                  </a:cubicBezTo>
                  <a:cubicBezTo>
                    <a:pt x="1652270" y="1812290"/>
                    <a:pt x="1649730" y="1804670"/>
                    <a:pt x="1661160" y="1811020"/>
                  </a:cubicBezTo>
                  <a:cubicBezTo>
                    <a:pt x="1670050" y="1814830"/>
                    <a:pt x="1666240" y="1800860"/>
                    <a:pt x="1676400" y="1803400"/>
                  </a:cubicBezTo>
                  <a:cubicBezTo>
                    <a:pt x="1677670" y="1803400"/>
                    <a:pt x="1692910" y="1813560"/>
                    <a:pt x="1692910" y="1812290"/>
                  </a:cubicBezTo>
                  <a:cubicBezTo>
                    <a:pt x="1699260" y="1808480"/>
                    <a:pt x="1705610" y="1770380"/>
                    <a:pt x="1711960" y="1771650"/>
                  </a:cubicBezTo>
                  <a:cubicBezTo>
                    <a:pt x="1724660" y="1775460"/>
                    <a:pt x="1736090" y="1772920"/>
                    <a:pt x="1747520" y="1767840"/>
                  </a:cubicBezTo>
                  <a:cubicBezTo>
                    <a:pt x="1753870" y="1765300"/>
                    <a:pt x="1764030" y="1756410"/>
                    <a:pt x="1769110" y="1760220"/>
                  </a:cubicBezTo>
                  <a:cubicBezTo>
                    <a:pt x="1778000" y="1766570"/>
                    <a:pt x="1786890" y="1769110"/>
                    <a:pt x="1797050" y="1770380"/>
                  </a:cubicBezTo>
                  <a:cubicBezTo>
                    <a:pt x="1798320" y="1770380"/>
                    <a:pt x="1799590" y="1771650"/>
                    <a:pt x="1800860" y="1772920"/>
                  </a:cubicBezTo>
                  <a:cubicBezTo>
                    <a:pt x="1804670" y="1778000"/>
                    <a:pt x="1822450" y="1764030"/>
                    <a:pt x="1826260" y="1769110"/>
                  </a:cubicBezTo>
                  <a:cubicBezTo>
                    <a:pt x="1831340" y="1776730"/>
                    <a:pt x="1836420" y="1784350"/>
                    <a:pt x="1841500" y="1790700"/>
                  </a:cubicBezTo>
                  <a:cubicBezTo>
                    <a:pt x="1844040" y="1793240"/>
                    <a:pt x="1847850" y="1794510"/>
                    <a:pt x="1849120" y="1797050"/>
                  </a:cubicBezTo>
                  <a:cubicBezTo>
                    <a:pt x="1850390" y="1803400"/>
                    <a:pt x="1852930" y="1805940"/>
                    <a:pt x="1859280" y="1805940"/>
                  </a:cubicBezTo>
                  <a:cubicBezTo>
                    <a:pt x="1863090" y="1805940"/>
                    <a:pt x="1866900" y="1807210"/>
                    <a:pt x="1869440" y="1809750"/>
                  </a:cubicBezTo>
                  <a:cubicBezTo>
                    <a:pt x="1875790" y="1813560"/>
                    <a:pt x="1880870" y="1817370"/>
                    <a:pt x="1885950" y="1821180"/>
                  </a:cubicBezTo>
                  <a:cubicBezTo>
                    <a:pt x="1892300" y="1824990"/>
                    <a:pt x="1898650" y="1828800"/>
                    <a:pt x="1901190" y="1835150"/>
                  </a:cubicBezTo>
                  <a:cubicBezTo>
                    <a:pt x="1902460" y="1837690"/>
                    <a:pt x="1903730" y="1838960"/>
                    <a:pt x="1905000" y="1840230"/>
                  </a:cubicBezTo>
                  <a:cubicBezTo>
                    <a:pt x="1910080" y="1845310"/>
                    <a:pt x="1915160" y="1849120"/>
                    <a:pt x="1920240" y="1854200"/>
                  </a:cubicBezTo>
                  <a:cubicBezTo>
                    <a:pt x="1927860" y="1860550"/>
                    <a:pt x="1934210" y="1868170"/>
                    <a:pt x="1941830" y="1874520"/>
                  </a:cubicBezTo>
                  <a:cubicBezTo>
                    <a:pt x="1944370" y="1875790"/>
                    <a:pt x="1946910" y="1878330"/>
                    <a:pt x="1949450" y="1879600"/>
                  </a:cubicBezTo>
                  <a:cubicBezTo>
                    <a:pt x="1954530" y="1882140"/>
                    <a:pt x="1959610" y="1884680"/>
                    <a:pt x="1963420" y="1888490"/>
                  </a:cubicBezTo>
                  <a:cubicBezTo>
                    <a:pt x="1967230" y="1892300"/>
                    <a:pt x="1985010" y="1869440"/>
                    <a:pt x="1987550" y="1874520"/>
                  </a:cubicBezTo>
                  <a:cubicBezTo>
                    <a:pt x="1987550" y="1875790"/>
                    <a:pt x="1988820" y="1875790"/>
                    <a:pt x="1990090" y="1875790"/>
                  </a:cubicBezTo>
                  <a:cubicBezTo>
                    <a:pt x="1997710" y="1882140"/>
                    <a:pt x="2005330" y="1879600"/>
                    <a:pt x="2012950" y="1877060"/>
                  </a:cubicBezTo>
                  <a:cubicBezTo>
                    <a:pt x="2015490" y="1875790"/>
                    <a:pt x="2018030" y="1874520"/>
                    <a:pt x="2019300" y="1875790"/>
                  </a:cubicBezTo>
                  <a:cubicBezTo>
                    <a:pt x="2028190" y="1879600"/>
                    <a:pt x="2034540" y="1888490"/>
                    <a:pt x="2045970" y="1889760"/>
                  </a:cubicBezTo>
                  <a:cubicBezTo>
                    <a:pt x="2045970" y="1889760"/>
                    <a:pt x="2047240" y="1889760"/>
                    <a:pt x="2047240" y="1891030"/>
                  </a:cubicBezTo>
                  <a:cubicBezTo>
                    <a:pt x="2049780" y="1898650"/>
                    <a:pt x="2057400" y="1898650"/>
                    <a:pt x="2063750" y="1899920"/>
                  </a:cubicBezTo>
                  <a:cubicBezTo>
                    <a:pt x="2067560" y="1899920"/>
                    <a:pt x="2071370" y="1901190"/>
                    <a:pt x="2073910" y="1902460"/>
                  </a:cubicBezTo>
                  <a:cubicBezTo>
                    <a:pt x="2081530" y="1906270"/>
                    <a:pt x="2089150" y="1911350"/>
                    <a:pt x="2098040" y="1913890"/>
                  </a:cubicBezTo>
                  <a:cubicBezTo>
                    <a:pt x="2109470" y="1917700"/>
                    <a:pt x="2120900" y="1920240"/>
                    <a:pt x="2129790" y="1926590"/>
                  </a:cubicBezTo>
                  <a:cubicBezTo>
                    <a:pt x="2131060" y="1926590"/>
                    <a:pt x="2132330" y="1926590"/>
                    <a:pt x="2132330" y="1927860"/>
                  </a:cubicBezTo>
                  <a:cubicBezTo>
                    <a:pt x="2136140" y="1930400"/>
                    <a:pt x="2142490" y="1931670"/>
                    <a:pt x="2145030" y="1935480"/>
                  </a:cubicBezTo>
                  <a:cubicBezTo>
                    <a:pt x="2148840" y="1943100"/>
                    <a:pt x="2159000" y="1941830"/>
                    <a:pt x="2164080" y="1948180"/>
                  </a:cubicBezTo>
                  <a:lnTo>
                    <a:pt x="2165350" y="1948180"/>
                  </a:lnTo>
                  <a:cubicBezTo>
                    <a:pt x="2170430" y="1948180"/>
                    <a:pt x="2175510" y="1949450"/>
                    <a:pt x="2181860" y="1949450"/>
                  </a:cubicBezTo>
                  <a:cubicBezTo>
                    <a:pt x="2184400" y="1948180"/>
                    <a:pt x="2188210" y="1945640"/>
                    <a:pt x="2190750" y="1945640"/>
                  </a:cubicBezTo>
                  <a:cubicBezTo>
                    <a:pt x="2202180" y="1949450"/>
                    <a:pt x="2213610" y="1949450"/>
                    <a:pt x="2221230" y="1939290"/>
                  </a:cubicBezTo>
                  <a:cubicBezTo>
                    <a:pt x="2222500" y="1938020"/>
                    <a:pt x="2225040" y="1938020"/>
                    <a:pt x="2227580" y="1938020"/>
                  </a:cubicBezTo>
                  <a:lnTo>
                    <a:pt x="2237740" y="1938020"/>
                  </a:lnTo>
                  <a:cubicBezTo>
                    <a:pt x="2249170" y="1935480"/>
                    <a:pt x="2259330" y="1932940"/>
                    <a:pt x="2270760" y="1931670"/>
                  </a:cubicBezTo>
                  <a:cubicBezTo>
                    <a:pt x="2275840" y="1930400"/>
                    <a:pt x="2282190" y="1932940"/>
                    <a:pt x="2287270" y="1934210"/>
                  </a:cubicBezTo>
                  <a:cubicBezTo>
                    <a:pt x="2292350" y="1935480"/>
                    <a:pt x="2297430" y="1935480"/>
                    <a:pt x="2302510" y="1935480"/>
                  </a:cubicBezTo>
                  <a:cubicBezTo>
                    <a:pt x="2308860" y="1935480"/>
                    <a:pt x="2313940" y="1932940"/>
                    <a:pt x="2320290" y="1932940"/>
                  </a:cubicBezTo>
                  <a:cubicBezTo>
                    <a:pt x="2325370" y="1931670"/>
                    <a:pt x="2331720" y="1931670"/>
                    <a:pt x="2336800" y="1930400"/>
                  </a:cubicBezTo>
                  <a:cubicBezTo>
                    <a:pt x="2348230" y="1927860"/>
                    <a:pt x="2358390" y="1925320"/>
                    <a:pt x="2369820" y="1924050"/>
                  </a:cubicBezTo>
                  <a:cubicBezTo>
                    <a:pt x="2377440" y="1880870"/>
                    <a:pt x="2376170" y="1830070"/>
                    <a:pt x="2376170" y="1778000"/>
                  </a:cubicBezTo>
                  <a:close/>
                </a:path>
              </a:pathLst>
            </a:custGeom>
            <a:blipFill>
              <a:blip r:embed="rId6"/>
              <a:stretch>
                <a:fillRect l="-6452" r="-6452"/>
              </a:stretch>
            </a:blipFill>
          </p:spPr>
          <p:txBody>
            <a:bodyPr/>
            <a:lstStyle/>
            <a:p>
              <a:endParaRPr lang="en-US"/>
            </a:p>
          </p:txBody>
        </p:sp>
      </p:grpSp>
      <p:grpSp>
        <p:nvGrpSpPr>
          <p:cNvPr id="9" name="Group 9"/>
          <p:cNvGrpSpPr/>
          <p:nvPr/>
        </p:nvGrpSpPr>
        <p:grpSpPr>
          <a:xfrm>
            <a:off x="7615401" y="5360008"/>
            <a:ext cx="5178168" cy="4386213"/>
            <a:chOff x="0" y="0"/>
            <a:chExt cx="2374900" cy="2011680"/>
          </a:xfrm>
        </p:grpSpPr>
        <p:sp>
          <p:nvSpPr>
            <p:cNvPr id="10" name="Freeform 10"/>
            <p:cNvSpPr/>
            <p:nvPr/>
          </p:nvSpPr>
          <p:spPr>
            <a:xfrm>
              <a:off x="-2540" y="-2540"/>
              <a:ext cx="2377440" cy="2009140"/>
            </a:xfrm>
            <a:custGeom>
              <a:avLst/>
              <a:gdLst/>
              <a:ahLst/>
              <a:cxnLst/>
              <a:rect l="l" t="t" r="r" b="b"/>
              <a:pathLst>
                <a:path w="2377440" h="2009140">
                  <a:moveTo>
                    <a:pt x="2376170" y="1778000"/>
                  </a:moveTo>
                  <a:cubicBezTo>
                    <a:pt x="2374900" y="1276350"/>
                    <a:pt x="2359660" y="598170"/>
                    <a:pt x="2359660" y="97790"/>
                  </a:cubicBezTo>
                  <a:cubicBezTo>
                    <a:pt x="2359660" y="90170"/>
                    <a:pt x="2360930" y="82550"/>
                    <a:pt x="2360930" y="76200"/>
                  </a:cubicBezTo>
                  <a:cubicBezTo>
                    <a:pt x="2359660" y="74930"/>
                    <a:pt x="2358390" y="74930"/>
                    <a:pt x="2357120" y="73660"/>
                  </a:cubicBezTo>
                  <a:cubicBezTo>
                    <a:pt x="2357120" y="73660"/>
                    <a:pt x="2355850" y="74930"/>
                    <a:pt x="2355850" y="76200"/>
                  </a:cubicBezTo>
                  <a:cubicBezTo>
                    <a:pt x="2353310" y="82550"/>
                    <a:pt x="2348230" y="82550"/>
                    <a:pt x="2343150" y="82550"/>
                  </a:cubicBezTo>
                  <a:cubicBezTo>
                    <a:pt x="2336800" y="81280"/>
                    <a:pt x="2330450" y="74930"/>
                    <a:pt x="2322830" y="77470"/>
                  </a:cubicBezTo>
                  <a:cubicBezTo>
                    <a:pt x="2320290" y="78740"/>
                    <a:pt x="2315210" y="76200"/>
                    <a:pt x="2313940" y="73660"/>
                  </a:cubicBezTo>
                  <a:cubicBezTo>
                    <a:pt x="2310130" y="68580"/>
                    <a:pt x="2305050" y="68580"/>
                    <a:pt x="2299970" y="71120"/>
                  </a:cubicBezTo>
                  <a:cubicBezTo>
                    <a:pt x="2297430" y="72390"/>
                    <a:pt x="2294890" y="71120"/>
                    <a:pt x="2292350" y="71120"/>
                  </a:cubicBezTo>
                  <a:cubicBezTo>
                    <a:pt x="2288540" y="71120"/>
                    <a:pt x="2283460" y="69850"/>
                    <a:pt x="2279650" y="68580"/>
                  </a:cubicBezTo>
                  <a:cubicBezTo>
                    <a:pt x="2278380" y="68580"/>
                    <a:pt x="2275840" y="67310"/>
                    <a:pt x="2274570" y="67310"/>
                  </a:cubicBezTo>
                  <a:cubicBezTo>
                    <a:pt x="2270760" y="66040"/>
                    <a:pt x="2266950" y="62230"/>
                    <a:pt x="2263140" y="67310"/>
                  </a:cubicBezTo>
                  <a:cubicBezTo>
                    <a:pt x="2263140" y="67310"/>
                    <a:pt x="2260600" y="67310"/>
                    <a:pt x="2259330" y="66040"/>
                  </a:cubicBezTo>
                  <a:cubicBezTo>
                    <a:pt x="2258060" y="63500"/>
                    <a:pt x="2256790" y="59690"/>
                    <a:pt x="2255520" y="57150"/>
                  </a:cubicBezTo>
                  <a:cubicBezTo>
                    <a:pt x="2252980" y="53340"/>
                    <a:pt x="2252980" y="46990"/>
                    <a:pt x="2249170" y="44450"/>
                  </a:cubicBezTo>
                  <a:cubicBezTo>
                    <a:pt x="2246630" y="43180"/>
                    <a:pt x="2245360" y="41910"/>
                    <a:pt x="2244090" y="39370"/>
                  </a:cubicBezTo>
                  <a:cubicBezTo>
                    <a:pt x="2244090" y="38100"/>
                    <a:pt x="2241550" y="36830"/>
                    <a:pt x="2241550" y="35560"/>
                  </a:cubicBezTo>
                  <a:lnTo>
                    <a:pt x="2237740" y="31750"/>
                  </a:lnTo>
                  <a:cubicBezTo>
                    <a:pt x="2236470" y="29210"/>
                    <a:pt x="2235200" y="25400"/>
                    <a:pt x="2232660" y="24130"/>
                  </a:cubicBezTo>
                  <a:cubicBezTo>
                    <a:pt x="2227580" y="20320"/>
                    <a:pt x="2226310" y="15240"/>
                    <a:pt x="2228850" y="8890"/>
                  </a:cubicBezTo>
                  <a:cubicBezTo>
                    <a:pt x="2225040" y="7620"/>
                    <a:pt x="2222500" y="5080"/>
                    <a:pt x="2218690" y="5080"/>
                  </a:cubicBezTo>
                  <a:cubicBezTo>
                    <a:pt x="2203450" y="6350"/>
                    <a:pt x="2186940" y="8890"/>
                    <a:pt x="2171700" y="10160"/>
                  </a:cubicBezTo>
                  <a:cubicBezTo>
                    <a:pt x="2169160" y="10160"/>
                    <a:pt x="2165350" y="11430"/>
                    <a:pt x="2164080" y="12700"/>
                  </a:cubicBezTo>
                  <a:cubicBezTo>
                    <a:pt x="2153920" y="19050"/>
                    <a:pt x="2143760" y="13970"/>
                    <a:pt x="2133600" y="12700"/>
                  </a:cubicBezTo>
                  <a:cubicBezTo>
                    <a:pt x="2125980" y="12700"/>
                    <a:pt x="2118360" y="8890"/>
                    <a:pt x="2110740" y="7620"/>
                  </a:cubicBezTo>
                  <a:cubicBezTo>
                    <a:pt x="2101850" y="6350"/>
                    <a:pt x="2094230" y="7620"/>
                    <a:pt x="2085340" y="6350"/>
                  </a:cubicBezTo>
                  <a:cubicBezTo>
                    <a:pt x="2084070" y="6350"/>
                    <a:pt x="2082800" y="5080"/>
                    <a:pt x="2081530" y="3810"/>
                  </a:cubicBezTo>
                  <a:cubicBezTo>
                    <a:pt x="2078990" y="0"/>
                    <a:pt x="2073910" y="1270"/>
                    <a:pt x="2071370" y="2540"/>
                  </a:cubicBezTo>
                  <a:cubicBezTo>
                    <a:pt x="2067560" y="5080"/>
                    <a:pt x="2066290" y="8890"/>
                    <a:pt x="2063750" y="12700"/>
                  </a:cubicBezTo>
                  <a:cubicBezTo>
                    <a:pt x="2057400" y="13970"/>
                    <a:pt x="2048510" y="15240"/>
                    <a:pt x="2042160" y="19050"/>
                  </a:cubicBezTo>
                  <a:cubicBezTo>
                    <a:pt x="2037080" y="21590"/>
                    <a:pt x="2034540" y="22860"/>
                    <a:pt x="2030730" y="20320"/>
                  </a:cubicBezTo>
                  <a:lnTo>
                    <a:pt x="2029460" y="21590"/>
                  </a:lnTo>
                  <a:cubicBezTo>
                    <a:pt x="2032000" y="24130"/>
                    <a:pt x="2033270" y="27940"/>
                    <a:pt x="2035810" y="30480"/>
                  </a:cubicBezTo>
                  <a:cubicBezTo>
                    <a:pt x="2032000" y="31750"/>
                    <a:pt x="2026920" y="34290"/>
                    <a:pt x="2024380" y="33020"/>
                  </a:cubicBezTo>
                  <a:cubicBezTo>
                    <a:pt x="2018030" y="31750"/>
                    <a:pt x="2015490" y="34290"/>
                    <a:pt x="2010410" y="36830"/>
                  </a:cubicBezTo>
                  <a:cubicBezTo>
                    <a:pt x="2005330" y="40640"/>
                    <a:pt x="1998980" y="43180"/>
                    <a:pt x="1993900" y="45720"/>
                  </a:cubicBezTo>
                  <a:cubicBezTo>
                    <a:pt x="1992630" y="45720"/>
                    <a:pt x="1991360" y="45720"/>
                    <a:pt x="1990090" y="44450"/>
                  </a:cubicBezTo>
                  <a:cubicBezTo>
                    <a:pt x="1988820" y="44450"/>
                    <a:pt x="1987550" y="43180"/>
                    <a:pt x="1987550" y="43180"/>
                  </a:cubicBezTo>
                  <a:cubicBezTo>
                    <a:pt x="1981200" y="45720"/>
                    <a:pt x="1974850" y="48260"/>
                    <a:pt x="1968500" y="45720"/>
                  </a:cubicBezTo>
                  <a:cubicBezTo>
                    <a:pt x="1967230" y="45720"/>
                    <a:pt x="1967230" y="46990"/>
                    <a:pt x="1965960" y="46990"/>
                  </a:cubicBezTo>
                  <a:cubicBezTo>
                    <a:pt x="1958340" y="49530"/>
                    <a:pt x="1953260" y="58420"/>
                    <a:pt x="1943100" y="58420"/>
                  </a:cubicBezTo>
                  <a:cubicBezTo>
                    <a:pt x="1935480" y="58420"/>
                    <a:pt x="1927860" y="64770"/>
                    <a:pt x="1920240" y="64770"/>
                  </a:cubicBezTo>
                  <a:cubicBezTo>
                    <a:pt x="1911350" y="66040"/>
                    <a:pt x="1903730" y="68580"/>
                    <a:pt x="1896110" y="72390"/>
                  </a:cubicBezTo>
                  <a:cubicBezTo>
                    <a:pt x="1893570" y="73660"/>
                    <a:pt x="1891030" y="73660"/>
                    <a:pt x="1889760" y="73660"/>
                  </a:cubicBezTo>
                  <a:cubicBezTo>
                    <a:pt x="1883410" y="71120"/>
                    <a:pt x="1879600" y="74930"/>
                    <a:pt x="1877060" y="78740"/>
                  </a:cubicBezTo>
                  <a:cubicBezTo>
                    <a:pt x="1870710" y="87630"/>
                    <a:pt x="1860550" y="90170"/>
                    <a:pt x="1851660" y="92710"/>
                  </a:cubicBezTo>
                  <a:cubicBezTo>
                    <a:pt x="1840230" y="95250"/>
                    <a:pt x="1828800" y="96520"/>
                    <a:pt x="1817370" y="97790"/>
                  </a:cubicBezTo>
                  <a:cubicBezTo>
                    <a:pt x="1816100" y="97790"/>
                    <a:pt x="1814830" y="101600"/>
                    <a:pt x="1812290" y="102870"/>
                  </a:cubicBezTo>
                  <a:cubicBezTo>
                    <a:pt x="1811020" y="102870"/>
                    <a:pt x="1809750" y="101600"/>
                    <a:pt x="1809750" y="101600"/>
                  </a:cubicBezTo>
                  <a:cubicBezTo>
                    <a:pt x="1803400" y="109220"/>
                    <a:pt x="1799590" y="120650"/>
                    <a:pt x="1786890" y="119380"/>
                  </a:cubicBezTo>
                  <a:lnTo>
                    <a:pt x="1785620" y="119380"/>
                  </a:lnTo>
                  <a:cubicBezTo>
                    <a:pt x="1775460" y="125730"/>
                    <a:pt x="1765300" y="123190"/>
                    <a:pt x="1756410" y="120650"/>
                  </a:cubicBezTo>
                  <a:cubicBezTo>
                    <a:pt x="1753870" y="120650"/>
                    <a:pt x="1750060" y="118110"/>
                    <a:pt x="1748790" y="115570"/>
                  </a:cubicBezTo>
                  <a:cubicBezTo>
                    <a:pt x="1744980" y="107950"/>
                    <a:pt x="1734820" y="105410"/>
                    <a:pt x="1727200" y="107950"/>
                  </a:cubicBezTo>
                  <a:cubicBezTo>
                    <a:pt x="1720850" y="110490"/>
                    <a:pt x="1714500" y="111760"/>
                    <a:pt x="1708150" y="114300"/>
                  </a:cubicBezTo>
                  <a:cubicBezTo>
                    <a:pt x="1697990" y="116840"/>
                    <a:pt x="1689100" y="118110"/>
                    <a:pt x="1678940" y="113030"/>
                  </a:cubicBezTo>
                  <a:cubicBezTo>
                    <a:pt x="1668780" y="107950"/>
                    <a:pt x="1661160" y="111760"/>
                    <a:pt x="1656080" y="123190"/>
                  </a:cubicBezTo>
                  <a:cubicBezTo>
                    <a:pt x="1652270" y="130810"/>
                    <a:pt x="1642110" y="132080"/>
                    <a:pt x="1635760" y="125730"/>
                  </a:cubicBezTo>
                  <a:cubicBezTo>
                    <a:pt x="1631950" y="121920"/>
                    <a:pt x="1629410" y="123190"/>
                    <a:pt x="1625600" y="125730"/>
                  </a:cubicBezTo>
                  <a:lnTo>
                    <a:pt x="1617980" y="133350"/>
                  </a:lnTo>
                  <a:cubicBezTo>
                    <a:pt x="1616710" y="134620"/>
                    <a:pt x="1614170" y="134620"/>
                    <a:pt x="1612900" y="134620"/>
                  </a:cubicBezTo>
                  <a:lnTo>
                    <a:pt x="1605280" y="134620"/>
                  </a:lnTo>
                  <a:cubicBezTo>
                    <a:pt x="1600200" y="134620"/>
                    <a:pt x="1595120" y="133350"/>
                    <a:pt x="1590040" y="132080"/>
                  </a:cubicBezTo>
                  <a:cubicBezTo>
                    <a:pt x="1583690" y="130810"/>
                    <a:pt x="1578610" y="127000"/>
                    <a:pt x="1572260" y="125730"/>
                  </a:cubicBezTo>
                  <a:cubicBezTo>
                    <a:pt x="1562100" y="124460"/>
                    <a:pt x="1559560" y="115570"/>
                    <a:pt x="1555750" y="109220"/>
                  </a:cubicBezTo>
                  <a:cubicBezTo>
                    <a:pt x="1553210" y="105410"/>
                    <a:pt x="1548130" y="100330"/>
                    <a:pt x="1543050" y="101600"/>
                  </a:cubicBezTo>
                  <a:cubicBezTo>
                    <a:pt x="1537970" y="104140"/>
                    <a:pt x="1532890" y="101600"/>
                    <a:pt x="1529080" y="100330"/>
                  </a:cubicBezTo>
                  <a:cubicBezTo>
                    <a:pt x="1527810" y="100330"/>
                    <a:pt x="1525270" y="99060"/>
                    <a:pt x="1524000" y="99060"/>
                  </a:cubicBezTo>
                  <a:cubicBezTo>
                    <a:pt x="1515110" y="96520"/>
                    <a:pt x="1508760" y="101600"/>
                    <a:pt x="1502410" y="107950"/>
                  </a:cubicBezTo>
                  <a:lnTo>
                    <a:pt x="1497330" y="113030"/>
                  </a:lnTo>
                  <a:cubicBezTo>
                    <a:pt x="1496060" y="114300"/>
                    <a:pt x="1496060" y="116840"/>
                    <a:pt x="1494790" y="118110"/>
                  </a:cubicBezTo>
                  <a:cubicBezTo>
                    <a:pt x="1487170" y="124460"/>
                    <a:pt x="1479550" y="121920"/>
                    <a:pt x="1470660" y="118110"/>
                  </a:cubicBezTo>
                  <a:cubicBezTo>
                    <a:pt x="1463040" y="114300"/>
                    <a:pt x="1454150" y="118110"/>
                    <a:pt x="1451610" y="125730"/>
                  </a:cubicBezTo>
                  <a:cubicBezTo>
                    <a:pt x="1450340" y="130810"/>
                    <a:pt x="1449070" y="134620"/>
                    <a:pt x="1442720" y="137160"/>
                  </a:cubicBezTo>
                  <a:cubicBezTo>
                    <a:pt x="1436370" y="140970"/>
                    <a:pt x="1428750" y="143510"/>
                    <a:pt x="1427480" y="152400"/>
                  </a:cubicBezTo>
                  <a:cubicBezTo>
                    <a:pt x="1427480" y="153670"/>
                    <a:pt x="1426210" y="154940"/>
                    <a:pt x="1424940" y="154940"/>
                  </a:cubicBezTo>
                  <a:cubicBezTo>
                    <a:pt x="1421130" y="156210"/>
                    <a:pt x="1418590" y="157480"/>
                    <a:pt x="1414780" y="158750"/>
                  </a:cubicBezTo>
                  <a:lnTo>
                    <a:pt x="1403350" y="158750"/>
                  </a:lnTo>
                  <a:cubicBezTo>
                    <a:pt x="1395730" y="157480"/>
                    <a:pt x="1388110" y="154940"/>
                    <a:pt x="1380490" y="153670"/>
                  </a:cubicBezTo>
                  <a:cubicBezTo>
                    <a:pt x="1371600" y="152400"/>
                    <a:pt x="1363980" y="157480"/>
                    <a:pt x="1355090" y="158750"/>
                  </a:cubicBezTo>
                  <a:lnTo>
                    <a:pt x="1353820" y="160020"/>
                  </a:lnTo>
                  <a:cubicBezTo>
                    <a:pt x="1351280" y="163830"/>
                    <a:pt x="1347470" y="162560"/>
                    <a:pt x="1344930" y="160020"/>
                  </a:cubicBezTo>
                  <a:cubicBezTo>
                    <a:pt x="1339850" y="154940"/>
                    <a:pt x="1330960" y="153670"/>
                    <a:pt x="1324610" y="156210"/>
                  </a:cubicBezTo>
                  <a:cubicBezTo>
                    <a:pt x="1316990" y="160020"/>
                    <a:pt x="1309370" y="162560"/>
                    <a:pt x="1301750" y="165100"/>
                  </a:cubicBezTo>
                  <a:cubicBezTo>
                    <a:pt x="1299210" y="165100"/>
                    <a:pt x="1296670" y="163830"/>
                    <a:pt x="1295400" y="163830"/>
                  </a:cubicBezTo>
                  <a:cubicBezTo>
                    <a:pt x="1292860" y="163830"/>
                    <a:pt x="1289050" y="162560"/>
                    <a:pt x="1287780" y="163830"/>
                  </a:cubicBezTo>
                  <a:cubicBezTo>
                    <a:pt x="1277620" y="171450"/>
                    <a:pt x="1267460" y="168910"/>
                    <a:pt x="1258570" y="163830"/>
                  </a:cubicBezTo>
                  <a:cubicBezTo>
                    <a:pt x="1253490" y="161290"/>
                    <a:pt x="1245870" y="158750"/>
                    <a:pt x="1243330" y="151130"/>
                  </a:cubicBezTo>
                  <a:cubicBezTo>
                    <a:pt x="1242060" y="146050"/>
                    <a:pt x="1236980" y="140970"/>
                    <a:pt x="1233170" y="137160"/>
                  </a:cubicBezTo>
                  <a:cubicBezTo>
                    <a:pt x="1226820" y="130810"/>
                    <a:pt x="1220470" y="121920"/>
                    <a:pt x="1209040" y="121920"/>
                  </a:cubicBezTo>
                  <a:cubicBezTo>
                    <a:pt x="1206500" y="121920"/>
                    <a:pt x="1203960" y="116840"/>
                    <a:pt x="1202690" y="118110"/>
                  </a:cubicBezTo>
                  <a:cubicBezTo>
                    <a:pt x="1197610" y="119380"/>
                    <a:pt x="1197610" y="116840"/>
                    <a:pt x="1195070" y="114300"/>
                  </a:cubicBezTo>
                  <a:cubicBezTo>
                    <a:pt x="1192530" y="111760"/>
                    <a:pt x="1188720" y="109220"/>
                    <a:pt x="1186180" y="105410"/>
                  </a:cubicBezTo>
                  <a:cubicBezTo>
                    <a:pt x="1182370" y="100330"/>
                    <a:pt x="1178560" y="93980"/>
                    <a:pt x="1174750" y="88900"/>
                  </a:cubicBezTo>
                  <a:cubicBezTo>
                    <a:pt x="1170940" y="83820"/>
                    <a:pt x="1168400" y="77470"/>
                    <a:pt x="1164590" y="72390"/>
                  </a:cubicBezTo>
                  <a:cubicBezTo>
                    <a:pt x="1163320" y="71120"/>
                    <a:pt x="1159510" y="69850"/>
                    <a:pt x="1158240" y="71120"/>
                  </a:cubicBezTo>
                  <a:lnTo>
                    <a:pt x="1143000" y="78740"/>
                  </a:lnTo>
                  <a:cubicBezTo>
                    <a:pt x="1140460" y="80010"/>
                    <a:pt x="1139190" y="82550"/>
                    <a:pt x="1137920" y="85090"/>
                  </a:cubicBezTo>
                  <a:lnTo>
                    <a:pt x="1136650" y="83820"/>
                  </a:lnTo>
                  <a:cubicBezTo>
                    <a:pt x="1137920" y="80010"/>
                    <a:pt x="1139190" y="76200"/>
                    <a:pt x="1140460" y="74930"/>
                  </a:cubicBezTo>
                  <a:lnTo>
                    <a:pt x="1125220" y="71120"/>
                  </a:lnTo>
                  <a:cubicBezTo>
                    <a:pt x="1121410" y="69850"/>
                    <a:pt x="1115060" y="69850"/>
                    <a:pt x="1112520" y="69850"/>
                  </a:cubicBezTo>
                  <a:lnTo>
                    <a:pt x="1092200" y="69850"/>
                  </a:lnTo>
                  <a:cubicBezTo>
                    <a:pt x="1084580" y="69850"/>
                    <a:pt x="1078230" y="68580"/>
                    <a:pt x="1070610" y="69850"/>
                  </a:cubicBezTo>
                  <a:cubicBezTo>
                    <a:pt x="1065530" y="71120"/>
                    <a:pt x="1061720" y="68580"/>
                    <a:pt x="1057910" y="66040"/>
                  </a:cubicBezTo>
                  <a:cubicBezTo>
                    <a:pt x="1047750" y="58420"/>
                    <a:pt x="1037590" y="49530"/>
                    <a:pt x="1023620" y="53340"/>
                  </a:cubicBezTo>
                  <a:cubicBezTo>
                    <a:pt x="1022350" y="53340"/>
                    <a:pt x="1019810" y="52070"/>
                    <a:pt x="1018540" y="50800"/>
                  </a:cubicBezTo>
                  <a:cubicBezTo>
                    <a:pt x="1014730" y="49530"/>
                    <a:pt x="1012190" y="46990"/>
                    <a:pt x="1007110" y="44450"/>
                  </a:cubicBezTo>
                  <a:cubicBezTo>
                    <a:pt x="1007110" y="48260"/>
                    <a:pt x="1007110" y="49530"/>
                    <a:pt x="1008380" y="52070"/>
                  </a:cubicBezTo>
                  <a:cubicBezTo>
                    <a:pt x="1005840" y="54610"/>
                    <a:pt x="1004570" y="53340"/>
                    <a:pt x="1003300" y="52070"/>
                  </a:cubicBezTo>
                  <a:cubicBezTo>
                    <a:pt x="1002030" y="53340"/>
                    <a:pt x="1000760" y="55880"/>
                    <a:pt x="999490" y="55880"/>
                  </a:cubicBezTo>
                  <a:cubicBezTo>
                    <a:pt x="993140" y="58420"/>
                    <a:pt x="986790" y="59690"/>
                    <a:pt x="980440" y="62230"/>
                  </a:cubicBezTo>
                  <a:cubicBezTo>
                    <a:pt x="977900" y="63500"/>
                    <a:pt x="975360" y="64770"/>
                    <a:pt x="974090" y="66040"/>
                  </a:cubicBezTo>
                  <a:cubicBezTo>
                    <a:pt x="969010" y="69850"/>
                    <a:pt x="965200" y="76200"/>
                    <a:pt x="956310" y="74930"/>
                  </a:cubicBezTo>
                  <a:cubicBezTo>
                    <a:pt x="955040" y="74930"/>
                    <a:pt x="952500" y="77470"/>
                    <a:pt x="949960" y="77470"/>
                  </a:cubicBezTo>
                  <a:cubicBezTo>
                    <a:pt x="947420" y="78740"/>
                    <a:pt x="943610" y="78740"/>
                    <a:pt x="941070" y="80010"/>
                  </a:cubicBezTo>
                  <a:lnTo>
                    <a:pt x="938530" y="80010"/>
                  </a:lnTo>
                  <a:cubicBezTo>
                    <a:pt x="930910" y="82550"/>
                    <a:pt x="924560" y="85090"/>
                    <a:pt x="916940" y="86360"/>
                  </a:cubicBezTo>
                  <a:lnTo>
                    <a:pt x="911860" y="86360"/>
                  </a:lnTo>
                  <a:cubicBezTo>
                    <a:pt x="905510" y="86360"/>
                    <a:pt x="900430" y="85090"/>
                    <a:pt x="894080" y="85090"/>
                  </a:cubicBezTo>
                  <a:cubicBezTo>
                    <a:pt x="887730" y="85090"/>
                    <a:pt x="881380" y="87630"/>
                    <a:pt x="875030" y="87630"/>
                  </a:cubicBezTo>
                  <a:cubicBezTo>
                    <a:pt x="867410" y="87630"/>
                    <a:pt x="858520" y="87630"/>
                    <a:pt x="852170" y="82550"/>
                  </a:cubicBezTo>
                  <a:cubicBezTo>
                    <a:pt x="850900" y="81280"/>
                    <a:pt x="847090" y="81280"/>
                    <a:pt x="844550" y="82550"/>
                  </a:cubicBezTo>
                  <a:cubicBezTo>
                    <a:pt x="835660" y="83820"/>
                    <a:pt x="826770" y="85090"/>
                    <a:pt x="819150" y="87630"/>
                  </a:cubicBezTo>
                  <a:cubicBezTo>
                    <a:pt x="811530" y="90170"/>
                    <a:pt x="807720" y="87630"/>
                    <a:pt x="805180" y="81280"/>
                  </a:cubicBezTo>
                  <a:cubicBezTo>
                    <a:pt x="803910" y="78740"/>
                    <a:pt x="801370" y="76200"/>
                    <a:pt x="798830" y="73660"/>
                  </a:cubicBezTo>
                  <a:cubicBezTo>
                    <a:pt x="795020" y="71120"/>
                    <a:pt x="791210" y="67310"/>
                    <a:pt x="787400" y="67310"/>
                  </a:cubicBezTo>
                  <a:cubicBezTo>
                    <a:pt x="778510" y="67310"/>
                    <a:pt x="773430" y="62230"/>
                    <a:pt x="767080" y="58420"/>
                  </a:cubicBezTo>
                  <a:cubicBezTo>
                    <a:pt x="756920" y="52070"/>
                    <a:pt x="748030" y="44450"/>
                    <a:pt x="735330" y="45720"/>
                  </a:cubicBezTo>
                  <a:lnTo>
                    <a:pt x="735330" y="39370"/>
                  </a:lnTo>
                  <a:cubicBezTo>
                    <a:pt x="737870" y="39370"/>
                    <a:pt x="740410" y="39370"/>
                    <a:pt x="742950" y="38100"/>
                  </a:cubicBezTo>
                  <a:cubicBezTo>
                    <a:pt x="739140" y="35560"/>
                    <a:pt x="739140" y="31750"/>
                    <a:pt x="736600" y="29210"/>
                  </a:cubicBezTo>
                  <a:cubicBezTo>
                    <a:pt x="731520" y="25400"/>
                    <a:pt x="726440" y="24130"/>
                    <a:pt x="721360" y="21590"/>
                  </a:cubicBezTo>
                  <a:cubicBezTo>
                    <a:pt x="717550" y="20320"/>
                    <a:pt x="712470" y="20320"/>
                    <a:pt x="715010" y="26670"/>
                  </a:cubicBezTo>
                  <a:cubicBezTo>
                    <a:pt x="708660" y="27940"/>
                    <a:pt x="703580" y="27940"/>
                    <a:pt x="701040" y="30480"/>
                  </a:cubicBezTo>
                  <a:cubicBezTo>
                    <a:pt x="695960" y="34290"/>
                    <a:pt x="690880" y="31750"/>
                    <a:pt x="687070" y="29210"/>
                  </a:cubicBezTo>
                  <a:cubicBezTo>
                    <a:pt x="684530" y="27940"/>
                    <a:pt x="681990" y="26670"/>
                    <a:pt x="679450" y="27940"/>
                  </a:cubicBezTo>
                  <a:cubicBezTo>
                    <a:pt x="664210" y="35560"/>
                    <a:pt x="648970" y="31750"/>
                    <a:pt x="633730" y="31750"/>
                  </a:cubicBezTo>
                  <a:cubicBezTo>
                    <a:pt x="631190" y="31750"/>
                    <a:pt x="628650" y="30480"/>
                    <a:pt x="624840" y="30480"/>
                  </a:cubicBezTo>
                  <a:cubicBezTo>
                    <a:pt x="619760" y="29210"/>
                    <a:pt x="615950" y="26670"/>
                    <a:pt x="610870" y="25400"/>
                  </a:cubicBezTo>
                  <a:cubicBezTo>
                    <a:pt x="605790" y="24130"/>
                    <a:pt x="599440" y="22860"/>
                    <a:pt x="594360" y="21590"/>
                  </a:cubicBezTo>
                  <a:lnTo>
                    <a:pt x="590550" y="21590"/>
                  </a:lnTo>
                  <a:cubicBezTo>
                    <a:pt x="581660" y="21590"/>
                    <a:pt x="572770" y="22860"/>
                    <a:pt x="565150" y="22860"/>
                  </a:cubicBezTo>
                  <a:cubicBezTo>
                    <a:pt x="558800" y="22860"/>
                    <a:pt x="552450" y="20320"/>
                    <a:pt x="544830" y="19050"/>
                  </a:cubicBezTo>
                  <a:cubicBezTo>
                    <a:pt x="543560" y="8890"/>
                    <a:pt x="533400" y="11430"/>
                    <a:pt x="527050" y="6350"/>
                  </a:cubicBezTo>
                  <a:cubicBezTo>
                    <a:pt x="525780" y="5080"/>
                    <a:pt x="523240" y="6350"/>
                    <a:pt x="521970" y="6350"/>
                  </a:cubicBezTo>
                  <a:cubicBezTo>
                    <a:pt x="514350" y="5080"/>
                    <a:pt x="509270" y="8890"/>
                    <a:pt x="506730" y="15240"/>
                  </a:cubicBezTo>
                  <a:cubicBezTo>
                    <a:pt x="502920" y="21590"/>
                    <a:pt x="492760" y="24130"/>
                    <a:pt x="496570" y="34290"/>
                  </a:cubicBezTo>
                  <a:cubicBezTo>
                    <a:pt x="497840" y="35560"/>
                    <a:pt x="500380" y="36830"/>
                    <a:pt x="501650" y="39370"/>
                  </a:cubicBezTo>
                  <a:cubicBezTo>
                    <a:pt x="501650" y="43180"/>
                    <a:pt x="500380" y="45720"/>
                    <a:pt x="496570" y="44450"/>
                  </a:cubicBezTo>
                  <a:cubicBezTo>
                    <a:pt x="495300" y="44450"/>
                    <a:pt x="494030" y="46990"/>
                    <a:pt x="492760" y="48260"/>
                  </a:cubicBezTo>
                  <a:cubicBezTo>
                    <a:pt x="491490" y="49530"/>
                    <a:pt x="491490" y="52070"/>
                    <a:pt x="490220" y="52070"/>
                  </a:cubicBezTo>
                  <a:cubicBezTo>
                    <a:pt x="482600" y="54610"/>
                    <a:pt x="477520" y="60960"/>
                    <a:pt x="468630" y="59690"/>
                  </a:cubicBezTo>
                  <a:lnTo>
                    <a:pt x="466090" y="59690"/>
                  </a:lnTo>
                  <a:cubicBezTo>
                    <a:pt x="458470" y="66040"/>
                    <a:pt x="450850" y="64770"/>
                    <a:pt x="441960" y="63500"/>
                  </a:cubicBezTo>
                  <a:cubicBezTo>
                    <a:pt x="438150" y="62230"/>
                    <a:pt x="433070" y="63500"/>
                    <a:pt x="427990" y="63500"/>
                  </a:cubicBezTo>
                  <a:cubicBezTo>
                    <a:pt x="424180" y="63500"/>
                    <a:pt x="420370" y="63500"/>
                    <a:pt x="416560" y="60960"/>
                  </a:cubicBezTo>
                  <a:cubicBezTo>
                    <a:pt x="411480" y="58420"/>
                    <a:pt x="406400" y="54610"/>
                    <a:pt x="401320" y="52070"/>
                  </a:cubicBezTo>
                  <a:cubicBezTo>
                    <a:pt x="396240" y="49530"/>
                    <a:pt x="389890" y="49530"/>
                    <a:pt x="389890" y="40640"/>
                  </a:cubicBezTo>
                  <a:cubicBezTo>
                    <a:pt x="389890" y="39370"/>
                    <a:pt x="387350" y="38100"/>
                    <a:pt x="387350" y="36830"/>
                  </a:cubicBezTo>
                  <a:cubicBezTo>
                    <a:pt x="378460" y="44450"/>
                    <a:pt x="370840" y="50800"/>
                    <a:pt x="363220" y="57150"/>
                  </a:cubicBezTo>
                  <a:cubicBezTo>
                    <a:pt x="359410" y="60960"/>
                    <a:pt x="354330" y="66040"/>
                    <a:pt x="356870" y="72390"/>
                  </a:cubicBezTo>
                  <a:cubicBezTo>
                    <a:pt x="356870" y="73660"/>
                    <a:pt x="355600" y="74930"/>
                    <a:pt x="355600" y="76200"/>
                  </a:cubicBezTo>
                  <a:cubicBezTo>
                    <a:pt x="354330" y="78740"/>
                    <a:pt x="353060" y="81280"/>
                    <a:pt x="350520" y="82550"/>
                  </a:cubicBezTo>
                  <a:cubicBezTo>
                    <a:pt x="347980" y="86360"/>
                    <a:pt x="345440" y="90170"/>
                    <a:pt x="342900" y="95250"/>
                  </a:cubicBezTo>
                  <a:lnTo>
                    <a:pt x="335280" y="102870"/>
                  </a:lnTo>
                  <a:cubicBezTo>
                    <a:pt x="332740" y="106680"/>
                    <a:pt x="330200" y="110490"/>
                    <a:pt x="326390" y="113030"/>
                  </a:cubicBezTo>
                  <a:cubicBezTo>
                    <a:pt x="317500" y="120650"/>
                    <a:pt x="308610" y="128270"/>
                    <a:pt x="298450" y="135890"/>
                  </a:cubicBezTo>
                  <a:cubicBezTo>
                    <a:pt x="293370" y="140970"/>
                    <a:pt x="287020" y="144780"/>
                    <a:pt x="281940" y="149860"/>
                  </a:cubicBezTo>
                  <a:cubicBezTo>
                    <a:pt x="273050" y="157480"/>
                    <a:pt x="262890" y="163830"/>
                    <a:pt x="257810" y="175260"/>
                  </a:cubicBezTo>
                  <a:cubicBezTo>
                    <a:pt x="257810" y="176530"/>
                    <a:pt x="255270" y="177800"/>
                    <a:pt x="254000" y="179070"/>
                  </a:cubicBezTo>
                  <a:cubicBezTo>
                    <a:pt x="247650" y="184150"/>
                    <a:pt x="237490" y="184150"/>
                    <a:pt x="237490" y="194310"/>
                  </a:cubicBezTo>
                  <a:cubicBezTo>
                    <a:pt x="227330" y="194310"/>
                    <a:pt x="222250" y="201930"/>
                    <a:pt x="217170" y="208280"/>
                  </a:cubicBezTo>
                  <a:cubicBezTo>
                    <a:pt x="213360" y="213360"/>
                    <a:pt x="209550" y="219710"/>
                    <a:pt x="204470" y="223520"/>
                  </a:cubicBezTo>
                  <a:cubicBezTo>
                    <a:pt x="199390" y="226060"/>
                    <a:pt x="193040" y="224790"/>
                    <a:pt x="186690" y="224790"/>
                  </a:cubicBezTo>
                  <a:cubicBezTo>
                    <a:pt x="184150" y="224790"/>
                    <a:pt x="181610" y="224790"/>
                    <a:pt x="181610" y="226060"/>
                  </a:cubicBezTo>
                  <a:cubicBezTo>
                    <a:pt x="176530" y="231140"/>
                    <a:pt x="170180" y="234950"/>
                    <a:pt x="166370" y="241300"/>
                  </a:cubicBezTo>
                  <a:cubicBezTo>
                    <a:pt x="162560" y="247650"/>
                    <a:pt x="158750" y="251460"/>
                    <a:pt x="152400" y="252730"/>
                  </a:cubicBezTo>
                  <a:cubicBezTo>
                    <a:pt x="146050" y="254000"/>
                    <a:pt x="139700" y="260350"/>
                    <a:pt x="130810" y="256540"/>
                  </a:cubicBezTo>
                  <a:cubicBezTo>
                    <a:pt x="123190" y="254000"/>
                    <a:pt x="114300" y="256540"/>
                    <a:pt x="109220" y="251460"/>
                  </a:cubicBezTo>
                  <a:cubicBezTo>
                    <a:pt x="99060" y="252730"/>
                    <a:pt x="91440" y="255270"/>
                    <a:pt x="82550" y="256540"/>
                  </a:cubicBezTo>
                  <a:cubicBezTo>
                    <a:pt x="72390" y="259080"/>
                    <a:pt x="60960" y="257810"/>
                    <a:pt x="52070" y="265430"/>
                  </a:cubicBezTo>
                  <a:cubicBezTo>
                    <a:pt x="44450" y="271780"/>
                    <a:pt x="38100" y="278130"/>
                    <a:pt x="26670" y="276860"/>
                  </a:cubicBezTo>
                  <a:cubicBezTo>
                    <a:pt x="27940" y="284480"/>
                    <a:pt x="29210" y="290830"/>
                    <a:pt x="30480" y="298450"/>
                  </a:cubicBezTo>
                  <a:cubicBezTo>
                    <a:pt x="33020" y="318770"/>
                    <a:pt x="35560" y="339090"/>
                    <a:pt x="36830" y="359410"/>
                  </a:cubicBezTo>
                  <a:cubicBezTo>
                    <a:pt x="40640" y="384810"/>
                    <a:pt x="41910" y="408940"/>
                    <a:pt x="39370" y="433070"/>
                  </a:cubicBezTo>
                  <a:cubicBezTo>
                    <a:pt x="36830" y="467360"/>
                    <a:pt x="25400" y="1640840"/>
                    <a:pt x="13970" y="1672590"/>
                  </a:cubicBezTo>
                  <a:lnTo>
                    <a:pt x="2540" y="1699260"/>
                  </a:lnTo>
                  <a:cubicBezTo>
                    <a:pt x="0" y="1705610"/>
                    <a:pt x="3810" y="1709420"/>
                    <a:pt x="10160" y="1710690"/>
                  </a:cubicBezTo>
                  <a:cubicBezTo>
                    <a:pt x="17780" y="1711960"/>
                    <a:pt x="20320" y="1717040"/>
                    <a:pt x="22860" y="1723390"/>
                  </a:cubicBezTo>
                  <a:cubicBezTo>
                    <a:pt x="25400" y="1733550"/>
                    <a:pt x="21590" y="1743710"/>
                    <a:pt x="26670" y="1753870"/>
                  </a:cubicBezTo>
                  <a:cubicBezTo>
                    <a:pt x="29210" y="1758950"/>
                    <a:pt x="26670" y="1767840"/>
                    <a:pt x="25400" y="1775460"/>
                  </a:cubicBezTo>
                  <a:cubicBezTo>
                    <a:pt x="24130" y="1785620"/>
                    <a:pt x="26670" y="1795780"/>
                    <a:pt x="30480" y="1804670"/>
                  </a:cubicBezTo>
                  <a:cubicBezTo>
                    <a:pt x="39370" y="1819910"/>
                    <a:pt x="40640" y="1837690"/>
                    <a:pt x="40640" y="1854200"/>
                  </a:cubicBezTo>
                  <a:cubicBezTo>
                    <a:pt x="40640" y="1858010"/>
                    <a:pt x="41910" y="1861820"/>
                    <a:pt x="43180" y="1864360"/>
                  </a:cubicBezTo>
                  <a:cubicBezTo>
                    <a:pt x="45720" y="1866900"/>
                    <a:pt x="50800" y="1869440"/>
                    <a:pt x="55880" y="1870710"/>
                  </a:cubicBezTo>
                  <a:lnTo>
                    <a:pt x="86360" y="1885950"/>
                  </a:lnTo>
                  <a:cubicBezTo>
                    <a:pt x="100330" y="1893570"/>
                    <a:pt x="111760" y="1892300"/>
                    <a:pt x="124460" y="1883410"/>
                  </a:cubicBezTo>
                  <a:cubicBezTo>
                    <a:pt x="125730" y="1882140"/>
                    <a:pt x="129540" y="1880870"/>
                    <a:pt x="130810" y="1880870"/>
                  </a:cubicBezTo>
                  <a:cubicBezTo>
                    <a:pt x="139700" y="1882140"/>
                    <a:pt x="148590" y="1882140"/>
                    <a:pt x="156210" y="1889760"/>
                  </a:cubicBezTo>
                  <a:cubicBezTo>
                    <a:pt x="165100" y="1897380"/>
                    <a:pt x="177800" y="1902460"/>
                    <a:pt x="187960" y="1908810"/>
                  </a:cubicBezTo>
                  <a:cubicBezTo>
                    <a:pt x="194310" y="1912620"/>
                    <a:pt x="201930" y="1917700"/>
                    <a:pt x="205740" y="1922780"/>
                  </a:cubicBezTo>
                  <a:cubicBezTo>
                    <a:pt x="208280" y="1925320"/>
                    <a:pt x="210820" y="1927860"/>
                    <a:pt x="213360" y="1929130"/>
                  </a:cubicBezTo>
                  <a:cubicBezTo>
                    <a:pt x="227330" y="1934210"/>
                    <a:pt x="234950" y="1946910"/>
                    <a:pt x="243840" y="1957070"/>
                  </a:cubicBezTo>
                  <a:cubicBezTo>
                    <a:pt x="251460" y="1965960"/>
                    <a:pt x="261620" y="1971040"/>
                    <a:pt x="273050" y="1972310"/>
                  </a:cubicBezTo>
                  <a:cubicBezTo>
                    <a:pt x="285750" y="1974850"/>
                    <a:pt x="298450" y="1976120"/>
                    <a:pt x="311150" y="1978660"/>
                  </a:cubicBezTo>
                  <a:cubicBezTo>
                    <a:pt x="316230" y="1979930"/>
                    <a:pt x="322580" y="1981200"/>
                    <a:pt x="327660" y="1983740"/>
                  </a:cubicBezTo>
                  <a:cubicBezTo>
                    <a:pt x="334010" y="1986280"/>
                    <a:pt x="340360" y="1986280"/>
                    <a:pt x="345440" y="1990090"/>
                  </a:cubicBezTo>
                  <a:cubicBezTo>
                    <a:pt x="353060" y="1996440"/>
                    <a:pt x="360680" y="2000250"/>
                    <a:pt x="370840" y="1997710"/>
                  </a:cubicBezTo>
                  <a:cubicBezTo>
                    <a:pt x="374650" y="1996440"/>
                    <a:pt x="379730" y="1998980"/>
                    <a:pt x="383540" y="2000250"/>
                  </a:cubicBezTo>
                  <a:cubicBezTo>
                    <a:pt x="384810" y="2000250"/>
                    <a:pt x="386080" y="2001520"/>
                    <a:pt x="387350" y="2001520"/>
                  </a:cubicBezTo>
                  <a:cubicBezTo>
                    <a:pt x="401320" y="2002790"/>
                    <a:pt x="414020" y="2000250"/>
                    <a:pt x="426720" y="1997710"/>
                  </a:cubicBezTo>
                  <a:cubicBezTo>
                    <a:pt x="431800" y="1996440"/>
                    <a:pt x="436880" y="1995170"/>
                    <a:pt x="441960" y="1992630"/>
                  </a:cubicBezTo>
                  <a:cubicBezTo>
                    <a:pt x="455930" y="1986280"/>
                    <a:pt x="469900" y="1979930"/>
                    <a:pt x="482600" y="1972310"/>
                  </a:cubicBezTo>
                  <a:cubicBezTo>
                    <a:pt x="491490" y="1967230"/>
                    <a:pt x="500380" y="1962150"/>
                    <a:pt x="510540" y="1967230"/>
                  </a:cubicBezTo>
                  <a:lnTo>
                    <a:pt x="515620" y="1967230"/>
                  </a:lnTo>
                  <a:cubicBezTo>
                    <a:pt x="524510" y="1967230"/>
                    <a:pt x="533400" y="1965960"/>
                    <a:pt x="541020" y="1964690"/>
                  </a:cubicBezTo>
                  <a:cubicBezTo>
                    <a:pt x="542290" y="1964690"/>
                    <a:pt x="544830" y="1964690"/>
                    <a:pt x="544830" y="1963420"/>
                  </a:cubicBezTo>
                  <a:cubicBezTo>
                    <a:pt x="548640" y="1958340"/>
                    <a:pt x="554990" y="1958340"/>
                    <a:pt x="561340" y="1957070"/>
                  </a:cubicBezTo>
                  <a:cubicBezTo>
                    <a:pt x="571500" y="1955800"/>
                    <a:pt x="581660" y="1955800"/>
                    <a:pt x="589280" y="1949450"/>
                  </a:cubicBezTo>
                  <a:cubicBezTo>
                    <a:pt x="596900" y="1944370"/>
                    <a:pt x="604520" y="1943100"/>
                    <a:pt x="613410" y="1941830"/>
                  </a:cubicBezTo>
                  <a:cubicBezTo>
                    <a:pt x="614680" y="1941830"/>
                    <a:pt x="617220" y="1940560"/>
                    <a:pt x="618490" y="1940560"/>
                  </a:cubicBezTo>
                  <a:cubicBezTo>
                    <a:pt x="624840" y="1939290"/>
                    <a:pt x="631190" y="1935480"/>
                    <a:pt x="636270" y="1936750"/>
                  </a:cubicBezTo>
                  <a:cubicBezTo>
                    <a:pt x="647700" y="1939290"/>
                    <a:pt x="652780" y="1935480"/>
                    <a:pt x="660400" y="1925320"/>
                  </a:cubicBezTo>
                  <a:cubicBezTo>
                    <a:pt x="661670" y="1922780"/>
                    <a:pt x="665480" y="1921510"/>
                    <a:pt x="668020" y="1920240"/>
                  </a:cubicBezTo>
                  <a:cubicBezTo>
                    <a:pt x="674370" y="1918970"/>
                    <a:pt x="680720" y="1920240"/>
                    <a:pt x="687070" y="1918970"/>
                  </a:cubicBezTo>
                  <a:cubicBezTo>
                    <a:pt x="690880" y="1918970"/>
                    <a:pt x="694690" y="1915160"/>
                    <a:pt x="697230" y="1915160"/>
                  </a:cubicBezTo>
                  <a:cubicBezTo>
                    <a:pt x="707390" y="1916430"/>
                    <a:pt x="718820" y="1912620"/>
                    <a:pt x="727710" y="1918970"/>
                  </a:cubicBezTo>
                  <a:cubicBezTo>
                    <a:pt x="728980" y="1920240"/>
                    <a:pt x="731520" y="1920240"/>
                    <a:pt x="734060" y="1920240"/>
                  </a:cubicBezTo>
                  <a:cubicBezTo>
                    <a:pt x="750570" y="1921510"/>
                    <a:pt x="764540" y="1926590"/>
                    <a:pt x="775970" y="1936750"/>
                  </a:cubicBezTo>
                  <a:cubicBezTo>
                    <a:pt x="779780" y="1940560"/>
                    <a:pt x="784860" y="1943100"/>
                    <a:pt x="788670" y="1945640"/>
                  </a:cubicBezTo>
                  <a:cubicBezTo>
                    <a:pt x="792480" y="1948180"/>
                    <a:pt x="797560" y="1948180"/>
                    <a:pt x="801370" y="1949450"/>
                  </a:cubicBezTo>
                  <a:cubicBezTo>
                    <a:pt x="805180" y="1950720"/>
                    <a:pt x="807720" y="1951990"/>
                    <a:pt x="811530" y="1951990"/>
                  </a:cubicBezTo>
                  <a:cubicBezTo>
                    <a:pt x="817880" y="1951990"/>
                    <a:pt x="822960" y="1954530"/>
                    <a:pt x="826770" y="1959610"/>
                  </a:cubicBezTo>
                  <a:cubicBezTo>
                    <a:pt x="828040" y="1960880"/>
                    <a:pt x="829310" y="1962150"/>
                    <a:pt x="830580" y="1964690"/>
                  </a:cubicBezTo>
                  <a:cubicBezTo>
                    <a:pt x="829310" y="1968500"/>
                    <a:pt x="836930" y="1978660"/>
                    <a:pt x="842010" y="1978660"/>
                  </a:cubicBezTo>
                  <a:cubicBezTo>
                    <a:pt x="850900" y="1978660"/>
                    <a:pt x="859790" y="1981200"/>
                    <a:pt x="867410" y="1987550"/>
                  </a:cubicBezTo>
                  <a:cubicBezTo>
                    <a:pt x="868680" y="1988820"/>
                    <a:pt x="871220" y="1988820"/>
                    <a:pt x="873760" y="1987550"/>
                  </a:cubicBezTo>
                  <a:cubicBezTo>
                    <a:pt x="877570" y="1986280"/>
                    <a:pt x="880110" y="1986280"/>
                    <a:pt x="882650" y="1990090"/>
                  </a:cubicBezTo>
                  <a:cubicBezTo>
                    <a:pt x="883920" y="1991360"/>
                    <a:pt x="889000" y="1991360"/>
                    <a:pt x="891540" y="1991360"/>
                  </a:cubicBezTo>
                  <a:cubicBezTo>
                    <a:pt x="897890" y="1991360"/>
                    <a:pt x="905510" y="1990090"/>
                    <a:pt x="911860" y="1991360"/>
                  </a:cubicBezTo>
                  <a:cubicBezTo>
                    <a:pt x="923290" y="1992630"/>
                    <a:pt x="933450" y="1993900"/>
                    <a:pt x="944880" y="1996440"/>
                  </a:cubicBezTo>
                  <a:cubicBezTo>
                    <a:pt x="947420" y="1996440"/>
                    <a:pt x="949960" y="1997710"/>
                    <a:pt x="951230" y="1998980"/>
                  </a:cubicBezTo>
                  <a:cubicBezTo>
                    <a:pt x="953770" y="2005330"/>
                    <a:pt x="960120" y="2005330"/>
                    <a:pt x="963930" y="2006600"/>
                  </a:cubicBezTo>
                  <a:cubicBezTo>
                    <a:pt x="967740" y="2007870"/>
                    <a:pt x="972820" y="2009140"/>
                    <a:pt x="975360" y="2009140"/>
                  </a:cubicBezTo>
                  <a:cubicBezTo>
                    <a:pt x="976630" y="2007870"/>
                    <a:pt x="979170" y="2006600"/>
                    <a:pt x="981710" y="2004060"/>
                  </a:cubicBezTo>
                  <a:cubicBezTo>
                    <a:pt x="976630" y="2004060"/>
                    <a:pt x="974090" y="2005330"/>
                    <a:pt x="971550" y="2005330"/>
                  </a:cubicBezTo>
                  <a:cubicBezTo>
                    <a:pt x="976630" y="1998980"/>
                    <a:pt x="981710" y="1997710"/>
                    <a:pt x="988060" y="2001520"/>
                  </a:cubicBezTo>
                  <a:cubicBezTo>
                    <a:pt x="995680" y="2007870"/>
                    <a:pt x="1002030" y="2007870"/>
                    <a:pt x="1010920" y="2001520"/>
                  </a:cubicBezTo>
                  <a:lnTo>
                    <a:pt x="1018540" y="1997710"/>
                  </a:lnTo>
                  <a:lnTo>
                    <a:pt x="1018540" y="1991360"/>
                  </a:lnTo>
                  <a:cubicBezTo>
                    <a:pt x="1022350" y="1992630"/>
                    <a:pt x="1026160" y="1995170"/>
                    <a:pt x="1028700" y="1995170"/>
                  </a:cubicBezTo>
                  <a:cubicBezTo>
                    <a:pt x="1036320" y="1991360"/>
                    <a:pt x="1043940" y="1987550"/>
                    <a:pt x="1050290" y="1982470"/>
                  </a:cubicBezTo>
                  <a:cubicBezTo>
                    <a:pt x="1057910" y="1977390"/>
                    <a:pt x="1064260" y="1971040"/>
                    <a:pt x="1070610" y="1965960"/>
                  </a:cubicBezTo>
                  <a:cubicBezTo>
                    <a:pt x="1071880" y="1965960"/>
                    <a:pt x="1071880" y="1964690"/>
                    <a:pt x="1073150" y="1964690"/>
                  </a:cubicBezTo>
                  <a:cubicBezTo>
                    <a:pt x="1082040" y="1962150"/>
                    <a:pt x="1089660" y="1960880"/>
                    <a:pt x="1098550" y="1958340"/>
                  </a:cubicBezTo>
                  <a:cubicBezTo>
                    <a:pt x="1103630" y="1957070"/>
                    <a:pt x="1107440" y="1954530"/>
                    <a:pt x="1112520" y="1953260"/>
                  </a:cubicBezTo>
                  <a:cubicBezTo>
                    <a:pt x="1116330" y="1951990"/>
                    <a:pt x="1118870" y="1951990"/>
                    <a:pt x="1122680" y="1950720"/>
                  </a:cubicBezTo>
                  <a:lnTo>
                    <a:pt x="1135380" y="1950720"/>
                  </a:lnTo>
                  <a:cubicBezTo>
                    <a:pt x="1137920" y="1950720"/>
                    <a:pt x="1141730" y="1950720"/>
                    <a:pt x="1144270" y="1949450"/>
                  </a:cubicBezTo>
                  <a:cubicBezTo>
                    <a:pt x="1145540" y="1946910"/>
                    <a:pt x="1148080" y="1943100"/>
                    <a:pt x="1149350" y="1943100"/>
                  </a:cubicBezTo>
                  <a:cubicBezTo>
                    <a:pt x="1153160" y="1943100"/>
                    <a:pt x="1155700" y="1945640"/>
                    <a:pt x="1159510" y="1946910"/>
                  </a:cubicBezTo>
                  <a:cubicBezTo>
                    <a:pt x="1160780" y="1946910"/>
                    <a:pt x="1160780" y="1948180"/>
                    <a:pt x="1160780" y="1949450"/>
                  </a:cubicBezTo>
                  <a:cubicBezTo>
                    <a:pt x="1165860" y="1954530"/>
                    <a:pt x="1169670" y="1960880"/>
                    <a:pt x="1174750" y="1965960"/>
                  </a:cubicBezTo>
                  <a:cubicBezTo>
                    <a:pt x="1181100" y="1972310"/>
                    <a:pt x="1187450" y="1972310"/>
                    <a:pt x="1191260" y="1968500"/>
                  </a:cubicBezTo>
                  <a:cubicBezTo>
                    <a:pt x="1197610" y="1963420"/>
                    <a:pt x="1202690" y="1959610"/>
                    <a:pt x="1211580" y="1962150"/>
                  </a:cubicBezTo>
                  <a:cubicBezTo>
                    <a:pt x="1212850" y="1962150"/>
                    <a:pt x="1215390" y="1963420"/>
                    <a:pt x="1216660" y="1962150"/>
                  </a:cubicBezTo>
                  <a:cubicBezTo>
                    <a:pt x="1223010" y="1959610"/>
                    <a:pt x="1230630" y="1957070"/>
                    <a:pt x="1236980" y="1953260"/>
                  </a:cubicBezTo>
                  <a:cubicBezTo>
                    <a:pt x="1240790" y="1951990"/>
                    <a:pt x="1245870" y="1951990"/>
                    <a:pt x="1247140" y="1949450"/>
                  </a:cubicBezTo>
                  <a:cubicBezTo>
                    <a:pt x="1250950" y="1941830"/>
                    <a:pt x="1257300" y="1938020"/>
                    <a:pt x="1263650" y="1932940"/>
                  </a:cubicBezTo>
                  <a:cubicBezTo>
                    <a:pt x="1267460" y="1929130"/>
                    <a:pt x="1271270" y="1924050"/>
                    <a:pt x="1275080" y="1922780"/>
                  </a:cubicBezTo>
                  <a:cubicBezTo>
                    <a:pt x="1283970" y="1920240"/>
                    <a:pt x="1290320" y="1912620"/>
                    <a:pt x="1297940" y="1907540"/>
                  </a:cubicBezTo>
                  <a:cubicBezTo>
                    <a:pt x="1304290" y="1903730"/>
                    <a:pt x="1308100" y="1896110"/>
                    <a:pt x="1314450" y="1894840"/>
                  </a:cubicBezTo>
                  <a:cubicBezTo>
                    <a:pt x="1324610" y="1892300"/>
                    <a:pt x="1332230" y="1885950"/>
                    <a:pt x="1341120" y="1879600"/>
                  </a:cubicBezTo>
                  <a:cubicBezTo>
                    <a:pt x="1346200" y="1875790"/>
                    <a:pt x="1352550" y="1873250"/>
                    <a:pt x="1358900" y="1874520"/>
                  </a:cubicBezTo>
                  <a:cubicBezTo>
                    <a:pt x="1362710" y="1875790"/>
                    <a:pt x="1367790" y="1874520"/>
                    <a:pt x="1370330" y="1873250"/>
                  </a:cubicBezTo>
                  <a:cubicBezTo>
                    <a:pt x="1375410" y="1870710"/>
                    <a:pt x="1380490" y="1866900"/>
                    <a:pt x="1385570" y="1864360"/>
                  </a:cubicBezTo>
                  <a:cubicBezTo>
                    <a:pt x="1389380" y="1861820"/>
                    <a:pt x="1393190" y="1859280"/>
                    <a:pt x="1397000" y="1859280"/>
                  </a:cubicBezTo>
                  <a:cubicBezTo>
                    <a:pt x="1409700" y="1858010"/>
                    <a:pt x="1419860" y="1855470"/>
                    <a:pt x="1426210" y="1842770"/>
                  </a:cubicBezTo>
                  <a:cubicBezTo>
                    <a:pt x="1428750" y="1837690"/>
                    <a:pt x="1441450" y="1831340"/>
                    <a:pt x="1446530" y="1833880"/>
                  </a:cubicBezTo>
                  <a:cubicBezTo>
                    <a:pt x="1455420" y="1837690"/>
                    <a:pt x="1461770" y="1835150"/>
                    <a:pt x="1466850" y="1827530"/>
                  </a:cubicBezTo>
                  <a:cubicBezTo>
                    <a:pt x="1470660" y="1823720"/>
                    <a:pt x="1475740" y="1824990"/>
                    <a:pt x="1479550" y="1827530"/>
                  </a:cubicBezTo>
                  <a:cubicBezTo>
                    <a:pt x="1482090" y="1830070"/>
                    <a:pt x="1484630" y="1831340"/>
                    <a:pt x="1487170" y="1831340"/>
                  </a:cubicBezTo>
                  <a:cubicBezTo>
                    <a:pt x="1496060" y="1832610"/>
                    <a:pt x="1506220" y="1831340"/>
                    <a:pt x="1515110" y="1832610"/>
                  </a:cubicBezTo>
                  <a:cubicBezTo>
                    <a:pt x="1522730" y="1833880"/>
                    <a:pt x="1530350" y="1831340"/>
                    <a:pt x="1535430" y="1826260"/>
                  </a:cubicBezTo>
                  <a:cubicBezTo>
                    <a:pt x="1540510" y="1821180"/>
                    <a:pt x="1544320" y="1821180"/>
                    <a:pt x="1551940" y="1823720"/>
                  </a:cubicBezTo>
                  <a:cubicBezTo>
                    <a:pt x="1558290" y="1826260"/>
                    <a:pt x="1563370" y="1832610"/>
                    <a:pt x="1572260" y="1831340"/>
                  </a:cubicBezTo>
                  <a:cubicBezTo>
                    <a:pt x="1579880" y="1830070"/>
                    <a:pt x="1588770" y="1833880"/>
                    <a:pt x="1597660" y="1830070"/>
                  </a:cubicBezTo>
                  <a:lnTo>
                    <a:pt x="1602740" y="1830070"/>
                  </a:lnTo>
                  <a:cubicBezTo>
                    <a:pt x="1610360" y="1832610"/>
                    <a:pt x="1617980" y="1833880"/>
                    <a:pt x="1624330" y="1840230"/>
                  </a:cubicBezTo>
                  <a:cubicBezTo>
                    <a:pt x="1631950" y="1846580"/>
                    <a:pt x="1633220" y="1799590"/>
                    <a:pt x="1640840" y="1804670"/>
                  </a:cubicBezTo>
                  <a:cubicBezTo>
                    <a:pt x="1652270" y="1812290"/>
                    <a:pt x="1649730" y="1804670"/>
                    <a:pt x="1661160" y="1811020"/>
                  </a:cubicBezTo>
                  <a:cubicBezTo>
                    <a:pt x="1670050" y="1814830"/>
                    <a:pt x="1666240" y="1800860"/>
                    <a:pt x="1676400" y="1803400"/>
                  </a:cubicBezTo>
                  <a:cubicBezTo>
                    <a:pt x="1677670" y="1803400"/>
                    <a:pt x="1692910" y="1813560"/>
                    <a:pt x="1692910" y="1812290"/>
                  </a:cubicBezTo>
                  <a:cubicBezTo>
                    <a:pt x="1699260" y="1808480"/>
                    <a:pt x="1705610" y="1770380"/>
                    <a:pt x="1711960" y="1771650"/>
                  </a:cubicBezTo>
                  <a:cubicBezTo>
                    <a:pt x="1724660" y="1775460"/>
                    <a:pt x="1736090" y="1772920"/>
                    <a:pt x="1747520" y="1767840"/>
                  </a:cubicBezTo>
                  <a:cubicBezTo>
                    <a:pt x="1753870" y="1765300"/>
                    <a:pt x="1764030" y="1756410"/>
                    <a:pt x="1769110" y="1760220"/>
                  </a:cubicBezTo>
                  <a:cubicBezTo>
                    <a:pt x="1778000" y="1766570"/>
                    <a:pt x="1786890" y="1769110"/>
                    <a:pt x="1797050" y="1770380"/>
                  </a:cubicBezTo>
                  <a:cubicBezTo>
                    <a:pt x="1798320" y="1770380"/>
                    <a:pt x="1799590" y="1771650"/>
                    <a:pt x="1800860" y="1772920"/>
                  </a:cubicBezTo>
                  <a:cubicBezTo>
                    <a:pt x="1804670" y="1778000"/>
                    <a:pt x="1822450" y="1764030"/>
                    <a:pt x="1826260" y="1769110"/>
                  </a:cubicBezTo>
                  <a:cubicBezTo>
                    <a:pt x="1831340" y="1776730"/>
                    <a:pt x="1836420" y="1784350"/>
                    <a:pt x="1841500" y="1790700"/>
                  </a:cubicBezTo>
                  <a:cubicBezTo>
                    <a:pt x="1844040" y="1793240"/>
                    <a:pt x="1847850" y="1794510"/>
                    <a:pt x="1849120" y="1797050"/>
                  </a:cubicBezTo>
                  <a:cubicBezTo>
                    <a:pt x="1850390" y="1803400"/>
                    <a:pt x="1852930" y="1805940"/>
                    <a:pt x="1859280" y="1805940"/>
                  </a:cubicBezTo>
                  <a:cubicBezTo>
                    <a:pt x="1863090" y="1805940"/>
                    <a:pt x="1866900" y="1807210"/>
                    <a:pt x="1869440" y="1809750"/>
                  </a:cubicBezTo>
                  <a:cubicBezTo>
                    <a:pt x="1875790" y="1813560"/>
                    <a:pt x="1880870" y="1817370"/>
                    <a:pt x="1885950" y="1821180"/>
                  </a:cubicBezTo>
                  <a:cubicBezTo>
                    <a:pt x="1892300" y="1824990"/>
                    <a:pt x="1898650" y="1828800"/>
                    <a:pt x="1901190" y="1835150"/>
                  </a:cubicBezTo>
                  <a:cubicBezTo>
                    <a:pt x="1902460" y="1837690"/>
                    <a:pt x="1903730" y="1838960"/>
                    <a:pt x="1905000" y="1840230"/>
                  </a:cubicBezTo>
                  <a:cubicBezTo>
                    <a:pt x="1910080" y="1845310"/>
                    <a:pt x="1915160" y="1849120"/>
                    <a:pt x="1920240" y="1854200"/>
                  </a:cubicBezTo>
                  <a:cubicBezTo>
                    <a:pt x="1927860" y="1860550"/>
                    <a:pt x="1934210" y="1868170"/>
                    <a:pt x="1941830" y="1874520"/>
                  </a:cubicBezTo>
                  <a:cubicBezTo>
                    <a:pt x="1944370" y="1875790"/>
                    <a:pt x="1946910" y="1878330"/>
                    <a:pt x="1949450" y="1879600"/>
                  </a:cubicBezTo>
                  <a:cubicBezTo>
                    <a:pt x="1954530" y="1882140"/>
                    <a:pt x="1959610" y="1884680"/>
                    <a:pt x="1963420" y="1888490"/>
                  </a:cubicBezTo>
                  <a:cubicBezTo>
                    <a:pt x="1967230" y="1892300"/>
                    <a:pt x="1985010" y="1869440"/>
                    <a:pt x="1987550" y="1874520"/>
                  </a:cubicBezTo>
                  <a:cubicBezTo>
                    <a:pt x="1987550" y="1875790"/>
                    <a:pt x="1988820" y="1875790"/>
                    <a:pt x="1990090" y="1875790"/>
                  </a:cubicBezTo>
                  <a:cubicBezTo>
                    <a:pt x="1997710" y="1882140"/>
                    <a:pt x="2005330" y="1879600"/>
                    <a:pt x="2012950" y="1877060"/>
                  </a:cubicBezTo>
                  <a:cubicBezTo>
                    <a:pt x="2015490" y="1875790"/>
                    <a:pt x="2018030" y="1874520"/>
                    <a:pt x="2019300" y="1875790"/>
                  </a:cubicBezTo>
                  <a:cubicBezTo>
                    <a:pt x="2028190" y="1879600"/>
                    <a:pt x="2034540" y="1888490"/>
                    <a:pt x="2045970" y="1889760"/>
                  </a:cubicBezTo>
                  <a:cubicBezTo>
                    <a:pt x="2045970" y="1889760"/>
                    <a:pt x="2047240" y="1889760"/>
                    <a:pt x="2047240" y="1891030"/>
                  </a:cubicBezTo>
                  <a:cubicBezTo>
                    <a:pt x="2049780" y="1898650"/>
                    <a:pt x="2057400" y="1898650"/>
                    <a:pt x="2063750" y="1899920"/>
                  </a:cubicBezTo>
                  <a:cubicBezTo>
                    <a:pt x="2067560" y="1899920"/>
                    <a:pt x="2071370" y="1901190"/>
                    <a:pt x="2073910" y="1902460"/>
                  </a:cubicBezTo>
                  <a:cubicBezTo>
                    <a:pt x="2081530" y="1906270"/>
                    <a:pt x="2089150" y="1911350"/>
                    <a:pt x="2098040" y="1913890"/>
                  </a:cubicBezTo>
                  <a:cubicBezTo>
                    <a:pt x="2109470" y="1917700"/>
                    <a:pt x="2120900" y="1920240"/>
                    <a:pt x="2129790" y="1926590"/>
                  </a:cubicBezTo>
                  <a:cubicBezTo>
                    <a:pt x="2131060" y="1926590"/>
                    <a:pt x="2132330" y="1926590"/>
                    <a:pt x="2132330" y="1927860"/>
                  </a:cubicBezTo>
                  <a:cubicBezTo>
                    <a:pt x="2136140" y="1930400"/>
                    <a:pt x="2142490" y="1931670"/>
                    <a:pt x="2145030" y="1935480"/>
                  </a:cubicBezTo>
                  <a:cubicBezTo>
                    <a:pt x="2148840" y="1943100"/>
                    <a:pt x="2159000" y="1941830"/>
                    <a:pt x="2164080" y="1948180"/>
                  </a:cubicBezTo>
                  <a:lnTo>
                    <a:pt x="2165350" y="1948180"/>
                  </a:lnTo>
                  <a:cubicBezTo>
                    <a:pt x="2170430" y="1948180"/>
                    <a:pt x="2175510" y="1949450"/>
                    <a:pt x="2181860" y="1949450"/>
                  </a:cubicBezTo>
                  <a:cubicBezTo>
                    <a:pt x="2184400" y="1948180"/>
                    <a:pt x="2188210" y="1945640"/>
                    <a:pt x="2190750" y="1945640"/>
                  </a:cubicBezTo>
                  <a:cubicBezTo>
                    <a:pt x="2202180" y="1949450"/>
                    <a:pt x="2213610" y="1949450"/>
                    <a:pt x="2221230" y="1939290"/>
                  </a:cubicBezTo>
                  <a:cubicBezTo>
                    <a:pt x="2222500" y="1938020"/>
                    <a:pt x="2225040" y="1938020"/>
                    <a:pt x="2227580" y="1938020"/>
                  </a:cubicBezTo>
                  <a:lnTo>
                    <a:pt x="2237740" y="1938020"/>
                  </a:lnTo>
                  <a:cubicBezTo>
                    <a:pt x="2249170" y="1935480"/>
                    <a:pt x="2259330" y="1932940"/>
                    <a:pt x="2270760" y="1931670"/>
                  </a:cubicBezTo>
                  <a:cubicBezTo>
                    <a:pt x="2275840" y="1930400"/>
                    <a:pt x="2282190" y="1932940"/>
                    <a:pt x="2287270" y="1934210"/>
                  </a:cubicBezTo>
                  <a:cubicBezTo>
                    <a:pt x="2292350" y="1935480"/>
                    <a:pt x="2297430" y="1935480"/>
                    <a:pt x="2302510" y="1935480"/>
                  </a:cubicBezTo>
                  <a:cubicBezTo>
                    <a:pt x="2308860" y="1935480"/>
                    <a:pt x="2313940" y="1932940"/>
                    <a:pt x="2320290" y="1932940"/>
                  </a:cubicBezTo>
                  <a:cubicBezTo>
                    <a:pt x="2325370" y="1931670"/>
                    <a:pt x="2331720" y="1931670"/>
                    <a:pt x="2336800" y="1930400"/>
                  </a:cubicBezTo>
                  <a:cubicBezTo>
                    <a:pt x="2348230" y="1927860"/>
                    <a:pt x="2358390" y="1925320"/>
                    <a:pt x="2369820" y="1924050"/>
                  </a:cubicBezTo>
                  <a:cubicBezTo>
                    <a:pt x="2377440" y="1880870"/>
                    <a:pt x="2376170" y="1830070"/>
                    <a:pt x="2376170" y="1778000"/>
                  </a:cubicBezTo>
                  <a:close/>
                </a:path>
              </a:pathLst>
            </a:custGeom>
            <a:blipFill>
              <a:blip r:embed="rId7"/>
              <a:stretch>
                <a:fillRect l="-29988" r="-29988"/>
              </a:stretch>
            </a:blipFill>
          </p:spPr>
          <p:txBody>
            <a:bodyPr/>
            <a:lstStyle/>
            <a:p>
              <a:endParaRPr lang="en-US"/>
            </a:p>
          </p:txBody>
        </p:sp>
      </p:grpSp>
      <p:sp>
        <p:nvSpPr>
          <p:cNvPr id="11" name="TextBox 11"/>
          <p:cNvSpPr txBox="1"/>
          <p:nvPr/>
        </p:nvSpPr>
        <p:spPr>
          <a:xfrm>
            <a:off x="1528911" y="3865601"/>
            <a:ext cx="6000184" cy="2977738"/>
          </a:xfrm>
          <a:prstGeom prst="rect">
            <a:avLst/>
          </a:prstGeom>
        </p:spPr>
        <p:txBody>
          <a:bodyPr wrap="square" lIns="0" tIns="0" rIns="0" bIns="0" rtlCol="0" anchor="t">
            <a:spAutoFit/>
          </a:bodyPr>
          <a:lstStyle/>
          <a:p>
            <a:pPr>
              <a:lnSpc>
                <a:spcPts val="12039"/>
              </a:lnSpc>
              <a:spcBef>
                <a:spcPct val="0"/>
              </a:spcBef>
            </a:pPr>
            <a:r>
              <a:rPr lang="en-US" sz="8599" b="1" dirty="0">
                <a:solidFill>
                  <a:srgbClr val="000000"/>
                </a:solidFill>
                <a:latin typeface="Times New Roman" panose="02020603050405020304" pitchFamily="18" charset="0"/>
                <a:ea typeface="Canva Sans Bold"/>
                <a:cs typeface="Times New Roman" panose="02020603050405020304" pitchFamily="18" charset="0"/>
                <a:sym typeface="Canva Sans Bold"/>
              </a:rPr>
              <a:t>Familiar </a:t>
            </a:r>
          </a:p>
          <a:p>
            <a:pPr>
              <a:lnSpc>
                <a:spcPts val="12039"/>
              </a:lnSpc>
              <a:spcBef>
                <a:spcPct val="0"/>
              </a:spcBef>
            </a:pPr>
            <a:r>
              <a:rPr lang="en-US" sz="8599" b="1" dirty="0">
                <a:solidFill>
                  <a:srgbClr val="000000"/>
                </a:solidFill>
                <a:latin typeface="Times New Roman" panose="02020603050405020304" pitchFamily="18" charset="0"/>
                <a:ea typeface="Canva Sans Bold"/>
                <a:cs typeface="Times New Roman" panose="02020603050405020304" pitchFamily="18" charset="0"/>
                <a:sym typeface="Canva Sans Bold"/>
              </a:rPr>
              <a:t>with this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762000" y="2105752"/>
            <a:ext cx="12877800" cy="7441845"/>
          </a:xfrm>
          <a:prstGeom prst="rect">
            <a:avLst/>
          </a:prstGeom>
        </p:spPr>
        <p:txBody>
          <a:bodyPr wrap="square" lIns="0" tIns="0" rIns="0" bIns="0" rtlCol="0" anchor="t">
            <a:spAutoFit/>
          </a:bodyPr>
          <a:lstStyle/>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waste collection is essential for urban hygiene, public health, and sustainability, but many areas struggle with delays, poor route planning, and low citizen involvement leading to higher costs and environmental harm</a:t>
            </a:r>
          </a:p>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introduces a smart waste collection system that integrates technologies like IoT-enabled bins, AI-based route optimization, and real-time tracking, alongside features that promote community engagement</a:t>
            </a:r>
          </a:p>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goal is to create a more efficient, </a:t>
            </a:r>
            <a:r>
              <a:rPr lang="en-US" sz="4000" dirty="0">
                <a:latin typeface="Times New Roman" panose="02020603050405020304" pitchFamily="18" charset="0"/>
                <a:cs typeface="Times New Roman" panose="02020603050405020304" pitchFamily="18" charset="0"/>
              </a:rPr>
              <a:t>community-driven</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eco-friendly waste </a:t>
            </a:r>
            <a:r>
              <a:rPr lang="en-US" altLang="en-US" sz="4000" dirty="0">
                <a:latin typeface="Times New Roman" panose="02020603050405020304" pitchFamily="18" charset="0"/>
                <a:cs typeface="Times New Roman" panose="02020603050405020304" pitchFamily="18" charset="0"/>
              </a:rPr>
              <a:t>collection</a:t>
            </a: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approach</a:t>
            </a:r>
          </a:p>
          <a:p>
            <a:pPr algn="just">
              <a:lnSpc>
                <a:spcPts val="5599"/>
              </a:lnSpc>
              <a:spcBef>
                <a:spcPct val="0"/>
              </a:spcBef>
            </a:pPr>
            <a:r>
              <a:rPr lang="en-US" sz="4000" dirty="0"/>
              <a:t> </a:t>
            </a:r>
            <a:endParaRPr lang="en-US" sz="3999" dirty="0">
              <a:solidFill>
                <a:srgbClr val="1C1C39"/>
              </a:solidFill>
              <a:latin typeface="Times New Roman"/>
              <a:ea typeface="Times New Roman"/>
              <a:cs typeface="Times New Roman"/>
              <a:sym typeface="Times New Roman"/>
            </a:endParaRPr>
          </a:p>
        </p:txBody>
      </p:sp>
      <p:sp>
        <p:nvSpPr>
          <p:cNvPr id="4" name="TextBox 4"/>
          <p:cNvSpPr txBox="1"/>
          <p:nvPr/>
        </p:nvSpPr>
        <p:spPr>
          <a:xfrm>
            <a:off x="6983892" y="320917"/>
            <a:ext cx="7537816" cy="930511"/>
          </a:xfrm>
          <a:prstGeom prst="rect">
            <a:avLst/>
          </a:prstGeom>
        </p:spPr>
        <p:txBody>
          <a:bodyPr lIns="0" tIns="0" rIns="0" bIns="0" rtlCol="0" anchor="t">
            <a:spAutoFit/>
          </a:bodyPr>
          <a:lstStyle/>
          <a:p>
            <a:pPr algn="l">
              <a:lnSpc>
                <a:spcPts val="7799"/>
              </a:lnSpc>
            </a:pPr>
            <a:r>
              <a:rPr lang="en-US" sz="5999" b="1" dirty="0">
                <a:solidFill>
                  <a:srgbClr val="1C1C39"/>
                </a:solidFill>
                <a:latin typeface="Times New Roman" panose="02020603050405020304" pitchFamily="18" charset="0"/>
                <a:ea typeface="Times New Roman Bold Italics"/>
                <a:cs typeface="Times New Roman" panose="02020603050405020304" pitchFamily="18" charset="0"/>
                <a:sym typeface="Times New Roman Bold Italics"/>
              </a:rPr>
              <a:t>INTRODUCTION</a:t>
            </a:r>
          </a:p>
        </p:txBody>
      </p:sp>
      <p:sp>
        <p:nvSpPr>
          <p:cNvPr id="5" name="TextBox 5"/>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02</a:t>
            </a:r>
          </a:p>
        </p:txBody>
      </p:sp>
      <p:sp>
        <p:nvSpPr>
          <p:cNvPr id="6" name="Freeform 6"/>
          <p:cNvSpPr/>
          <p:nvPr/>
        </p:nvSpPr>
        <p:spPr>
          <a:xfrm flipH="1" flipV="1">
            <a:off x="-192522" y="-141628"/>
            <a:ext cx="6928143" cy="4139565"/>
          </a:xfrm>
          <a:custGeom>
            <a:avLst/>
            <a:gdLst/>
            <a:ahLst/>
            <a:cxnLst/>
            <a:rect l="l" t="t" r="r" b="b"/>
            <a:pathLst>
              <a:path w="6928143" h="4139565">
                <a:moveTo>
                  <a:pt x="6928143" y="4139565"/>
                </a:moveTo>
                <a:lnTo>
                  <a:pt x="0" y="4139565"/>
                </a:lnTo>
                <a:lnTo>
                  <a:pt x="0" y="0"/>
                </a:lnTo>
                <a:lnTo>
                  <a:pt x="6928143" y="0"/>
                </a:lnTo>
                <a:lnTo>
                  <a:pt x="6928143" y="4139565"/>
                </a:lnTo>
                <a:close/>
              </a:path>
            </a:pathLst>
          </a:custGeom>
          <a:blipFill>
            <a:blip r:embed="rId3"/>
            <a:stretch>
              <a:fillRect/>
            </a:stretch>
          </a:blipFill>
        </p:spPr>
        <p:txBody>
          <a:bodyPr/>
          <a:lstStyle/>
          <a:p>
            <a:endParaRPr lang="en-US"/>
          </a:p>
        </p:txBody>
      </p:sp>
      <p:sp>
        <p:nvSpPr>
          <p:cNvPr id="7" name="Freeform 7"/>
          <p:cNvSpPr/>
          <p:nvPr/>
        </p:nvSpPr>
        <p:spPr>
          <a:xfrm>
            <a:off x="11359857" y="6147435"/>
            <a:ext cx="6928143" cy="4139565"/>
          </a:xfrm>
          <a:custGeom>
            <a:avLst/>
            <a:gdLst/>
            <a:ahLst/>
            <a:cxnLst/>
            <a:rect l="l" t="t" r="r" b="b"/>
            <a:pathLst>
              <a:path w="6928143" h="4139565">
                <a:moveTo>
                  <a:pt x="0" y="0"/>
                </a:moveTo>
                <a:lnTo>
                  <a:pt x="6928143" y="0"/>
                </a:lnTo>
                <a:lnTo>
                  <a:pt x="6928143" y="4139565"/>
                </a:lnTo>
                <a:lnTo>
                  <a:pt x="0" y="4139565"/>
                </a:lnTo>
                <a:lnTo>
                  <a:pt x="0" y="0"/>
                </a:lnTo>
                <a:close/>
              </a:path>
            </a:pathLst>
          </a:custGeom>
          <a:blipFill>
            <a:blip r:embed="rId3"/>
            <a:stretch>
              <a:fillRect/>
            </a:stretch>
          </a:blipFill>
        </p:spPr>
        <p:txBody>
          <a:bodyPr/>
          <a:lstStyle/>
          <a:p>
            <a:endParaRPr lang="en-US"/>
          </a:p>
        </p:txBody>
      </p:sp>
      <p:sp>
        <p:nvSpPr>
          <p:cNvPr id="9" name="Freeform 7">
            <a:extLst>
              <a:ext uri="{FF2B5EF4-FFF2-40B4-BE49-F238E27FC236}">
                <a16:creationId xmlns:a16="http://schemas.microsoft.com/office/drawing/2014/main" id="{4F815D9A-FAC6-F107-A42A-A00FDADF5CCB}"/>
              </a:ext>
            </a:extLst>
          </p:cNvPr>
          <p:cNvSpPr/>
          <p:nvPr/>
        </p:nvSpPr>
        <p:spPr>
          <a:xfrm>
            <a:off x="14642514" y="2194732"/>
            <a:ext cx="3264486" cy="2607847"/>
          </a:xfrm>
          <a:custGeom>
            <a:avLst/>
            <a:gdLst/>
            <a:ahLst/>
            <a:cxnLst/>
            <a:rect l="l" t="t" r="r" b="b"/>
            <a:pathLst>
              <a:path w="4798612" h="3592960">
                <a:moveTo>
                  <a:pt x="0" y="0"/>
                </a:moveTo>
                <a:lnTo>
                  <a:pt x="4798612" y="0"/>
                </a:lnTo>
                <a:lnTo>
                  <a:pt x="4798612" y="3592960"/>
                </a:lnTo>
                <a:lnTo>
                  <a:pt x="0" y="3592960"/>
                </a:lnTo>
                <a:lnTo>
                  <a:pt x="0" y="0"/>
                </a:lnTo>
                <a:close/>
              </a:path>
            </a:pathLst>
          </a:custGeom>
          <a:blipFill>
            <a:blip r:embed="rId4"/>
            <a:stretch>
              <a:fillRect/>
            </a:stretch>
          </a:blipFill>
        </p:spPr>
        <p:txBody>
          <a:bodyPr/>
          <a:lstStyle/>
          <a:p>
            <a:endParaRPr lang="en-US"/>
          </a:p>
        </p:txBody>
      </p:sp>
      <p:sp>
        <p:nvSpPr>
          <p:cNvPr id="8" name="Freeform 5"/>
          <p:cNvSpPr/>
          <p:nvPr/>
        </p:nvSpPr>
        <p:spPr>
          <a:xfrm>
            <a:off x="13842859" y="4610895"/>
            <a:ext cx="3683141" cy="3861435"/>
          </a:xfrm>
          <a:custGeom>
            <a:avLst/>
            <a:gdLst/>
            <a:ahLst/>
            <a:cxnLst/>
            <a:rect l="l" t="t" r="r" b="b"/>
            <a:pathLst>
              <a:path w="5650426" h="5650426">
                <a:moveTo>
                  <a:pt x="0" y="0"/>
                </a:moveTo>
                <a:lnTo>
                  <a:pt x="5650426" y="0"/>
                </a:lnTo>
                <a:lnTo>
                  <a:pt x="5650426" y="5650426"/>
                </a:lnTo>
                <a:lnTo>
                  <a:pt x="0" y="5650426"/>
                </a:lnTo>
                <a:lnTo>
                  <a:pt x="0" y="0"/>
                </a:lnTo>
                <a:close/>
              </a:path>
            </a:pathLst>
          </a:custGeom>
          <a:blipFill>
            <a:blip r:embed="rId5"/>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FD136-6823-D9DD-A8EF-D13B4603DA09}"/>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987DD937-58E6-3F69-B873-5BC2F53B58B4}"/>
              </a:ext>
            </a:extLst>
          </p:cNvPr>
          <p:cNvSpPr txBox="1"/>
          <p:nvPr/>
        </p:nvSpPr>
        <p:spPr>
          <a:xfrm>
            <a:off x="990600" y="2003191"/>
            <a:ext cx="16459199" cy="2095125"/>
          </a:xfrm>
          <a:prstGeom prst="rect">
            <a:avLst/>
          </a:prstGeom>
        </p:spPr>
        <p:txBody>
          <a:bodyPr wrap="square" lIns="0" tIns="0" rIns="0" bIns="0" rtlCol="0" anchor="t">
            <a:spAutoFit/>
          </a:bodyPr>
          <a:lstStyle/>
          <a:p>
            <a:pPr>
              <a:lnSpc>
                <a:spcPts val="5599"/>
              </a:lnSpc>
              <a:spcBef>
                <a:spcPct val="0"/>
              </a:spcBef>
            </a:pPr>
            <a:r>
              <a:rPr lang="en-US" sz="4000" b="1" dirty="0">
                <a:latin typeface="Times New Roman" panose="02020603050405020304" pitchFamily="18" charset="0"/>
                <a:cs typeface="Times New Roman" panose="02020603050405020304" pitchFamily="18" charset="0"/>
              </a:rPr>
              <a:t>Aim:</a:t>
            </a:r>
          </a:p>
          <a:p>
            <a:pPr algn="just">
              <a:lnSpc>
                <a:spcPts val="5599"/>
              </a:lnSpc>
              <a:spcBef>
                <a:spcPct val="0"/>
              </a:spcBef>
            </a:pPr>
            <a:r>
              <a:rPr lang="en-US" sz="4000" dirty="0">
                <a:latin typeface="Times New Roman" panose="02020603050405020304" pitchFamily="18" charset="0"/>
                <a:cs typeface="Times New Roman" panose="02020603050405020304" pitchFamily="18" charset="0"/>
              </a:rPr>
              <a:t>To develop a </a:t>
            </a:r>
            <a:r>
              <a:rPr lang="en-US" sz="4000" b="1" dirty="0">
                <a:latin typeface="Times New Roman" panose="02020603050405020304" pitchFamily="18" charset="0"/>
                <a:cs typeface="Times New Roman" panose="02020603050405020304" pitchFamily="18" charset="0"/>
              </a:rPr>
              <a:t>Smart Waste Collection System</a:t>
            </a:r>
            <a:r>
              <a:rPr lang="en-US" sz="4000" dirty="0">
                <a:latin typeface="Times New Roman" panose="02020603050405020304" pitchFamily="18" charset="0"/>
                <a:cs typeface="Times New Roman" panose="02020603050405020304" pitchFamily="18" charset="0"/>
              </a:rPr>
              <a:t> that improves efficiency, reduces costs, and enhances user engagement</a:t>
            </a:r>
            <a:endParaRPr lang="en-US" sz="3999" dirty="0">
              <a:solidFill>
                <a:srgbClr val="1C1C39"/>
              </a:solidFill>
              <a:latin typeface="Times New Roman" panose="02020603050405020304" pitchFamily="18" charset="0"/>
              <a:ea typeface="Times New Roman"/>
              <a:cs typeface="Times New Roman" panose="02020603050405020304" pitchFamily="18" charset="0"/>
              <a:sym typeface="Times New Roman"/>
            </a:endParaRPr>
          </a:p>
        </p:txBody>
      </p:sp>
      <p:sp>
        <p:nvSpPr>
          <p:cNvPr id="4" name="TextBox 4">
            <a:extLst>
              <a:ext uri="{FF2B5EF4-FFF2-40B4-BE49-F238E27FC236}">
                <a16:creationId xmlns:a16="http://schemas.microsoft.com/office/drawing/2014/main" id="{BA4803BF-FBCB-2C37-17E4-8C95B97D8E30}"/>
              </a:ext>
            </a:extLst>
          </p:cNvPr>
          <p:cNvSpPr txBox="1"/>
          <p:nvPr/>
        </p:nvSpPr>
        <p:spPr>
          <a:xfrm>
            <a:off x="6349446" y="320917"/>
            <a:ext cx="8806708" cy="930511"/>
          </a:xfrm>
          <a:prstGeom prst="rect">
            <a:avLst/>
          </a:prstGeom>
        </p:spPr>
        <p:txBody>
          <a:bodyPr wrap="square" lIns="0" tIns="0" rIns="0" bIns="0" rtlCol="0" anchor="t">
            <a:spAutoFit/>
          </a:bodyPr>
          <a:lstStyle/>
          <a:p>
            <a:pPr algn="l">
              <a:lnSpc>
                <a:spcPts val="7799"/>
              </a:lnSpc>
            </a:pPr>
            <a:r>
              <a:rPr lang="en-US" sz="5999" b="1" dirty="0">
                <a:solidFill>
                  <a:srgbClr val="1C1C39"/>
                </a:solidFill>
                <a:latin typeface="Times New Roman" panose="02020603050405020304" pitchFamily="18" charset="0"/>
                <a:ea typeface="Times New Roman Bold Italics"/>
                <a:cs typeface="Times New Roman" panose="02020603050405020304" pitchFamily="18" charset="0"/>
                <a:sym typeface="Times New Roman Bold Italics"/>
              </a:rPr>
              <a:t>AIMS &amp; OBJECTIVES</a:t>
            </a:r>
          </a:p>
        </p:txBody>
      </p:sp>
      <p:sp>
        <p:nvSpPr>
          <p:cNvPr id="5" name="TextBox 5">
            <a:extLst>
              <a:ext uri="{FF2B5EF4-FFF2-40B4-BE49-F238E27FC236}">
                <a16:creationId xmlns:a16="http://schemas.microsoft.com/office/drawing/2014/main" id="{4C22BD3C-D61B-F21B-AC23-5CF9E932EFB9}"/>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03</a:t>
            </a:r>
          </a:p>
        </p:txBody>
      </p:sp>
      <p:sp>
        <p:nvSpPr>
          <p:cNvPr id="6" name="Freeform 6">
            <a:extLst>
              <a:ext uri="{FF2B5EF4-FFF2-40B4-BE49-F238E27FC236}">
                <a16:creationId xmlns:a16="http://schemas.microsoft.com/office/drawing/2014/main" id="{90631345-313E-D36C-63F8-A9B01E4A6634}"/>
              </a:ext>
            </a:extLst>
          </p:cNvPr>
          <p:cNvSpPr/>
          <p:nvPr/>
        </p:nvSpPr>
        <p:spPr>
          <a:xfrm flipH="1" flipV="1">
            <a:off x="-152400" y="-184076"/>
            <a:ext cx="6928143" cy="4139565"/>
          </a:xfrm>
          <a:custGeom>
            <a:avLst/>
            <a:gdLst/>
            <a:ahLst/>
            <a:cxnLst/>
            <a:rect l="l" t="t" r="r" b="b"/>
            <a:pathLst>
              <a:path w="6928143" h="4139565">
                <a:moveTo>
                  <a:pt x="6928143" y="4139565"/>
                </a:moveTo>
                <a:lnTo>
                  <a:pt x="0" y="4139565"/>
                </a:lnTo>
                <a:lnTo>
                  <a:pt x="0" y="0"/>
                </a:lnTo>
                <a:lnTo>
                  <a:pt x="6928143" y="0"/>
                </a:lnTo>
                <a:lnTo>
                  <a:pt x="6928143" y="4139565"/>
                </a:lnTo>
                <a:close/>
              </a:path>
            </a:pathLst>
          </a:custGeom>
          <a:blipFill>
            <a:blip r:embed="rId3"/>
            <a:stretch>
              <a:fillRect/>
            </a:stretch>
          </a:blipFill>
        </p:spPr>
        <p:txBody>
          <a:bodyPr/>
          <a:lstStyle/>
          <a:p>
            <a:endParaRPr lang="en-US"/>
          </a:p>
        </p:txBody>
      </p:sp>
      <p:sp>
        <p:nvSpPr>
          <p:cNvPr id="2" name="TextBox 3">
            <a:extLst>
              <a:ext uri="{FF2B5EF4-FFF2-40B4-BE49-F238E27FC236}">
                <a16:creationId xmlns:a16="http://schemas.microsoft.com/office/drawing/2014/main" id="{DF1785A0-C2C9-4765-C88F-8C3C5325340A}"/>
              </a:ext>
            </a:extLst>
          </p:cNvPr>
          <p:cNvSpPr txBox="1"/>
          <p:nvPr/>
        </p:nvSpPr>
        <p:spPr>
          <a:xfrm>
            <a:off x="990600" y="4585231"/>
            <a:ext cx="17297400" cy="5583260"/>
          </a:xfrm>
          <a:prstGeom prst="rect">
            <a:avLst/>
          </a:prstGeom>
        </p:spPr>
        <p:txBody>
          <a:bodyPr wrap="square" lIns="0" tIns="0" rIns="0" bIns="0" rtlCol="0" anchor="t">
            <a:spAutoFit/>
          </a:bodyPr>
          <a:lstStyle/>
          <a:p>
            <a:r>
              <a:rPr lang="en-US" sz="4000" b="1" dirty="0">
                <a:latin typeface="Times New Roman" panose="02020603050405020304" pitchFamily="18" charset="0"/>
                <a:cs typeface="Times New Roman" panose="02020603050405020304" pitchFamily="18" charset="0"/>
              </a:rPr>
              <a:t>Objectives:</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waste bins and trucks in real-time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 collection routes using AI algorithms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mobile apps for residents/drivers and web interface for administrators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on-demand waste pickup requests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Facilitate community sharing of reusable waste items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Guide users on proper waste segregation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 reports and analytics on waste trends and system performance </a:t>
            </a:r>
          </a:p>
          <a:p>
            <a:pPr algn="just">
              <a:lnSpc>
                <a:spcPts val="5599"/>
              </a:lnSpc>
              <a:spcBef>
                <a:spcPct val="0"/>
              </a:spcBef>
            </a:pPr>
            <a:endParaRPr lang="en-US" sz="3999" dirty="0">
              <a:solidFill>
                <a:srgbClr val="1C1C39"/>
              </a:solidFill>
              <a:latin typeface="Times New Roman" panose="02020603050405020304" pitchFamily="18" charset="0"/>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847827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rot="5400000">
            <a:off x="-2197363" y="3895494"/>
            <a:ext cx="8206834" cy="5268304"/>
          </a:xfrm>
          <a:custGeom>
            <a:avLst/>
            <a:gdLst/>
            <a:ahLst/>
            <a:cxnLst/>
            <a:rect l="l" t="t" r="r" b="b"/>
            <a:pathLst>
              <a:path w="8206834" h="5268304">
                <a:moveTo>
                  <a:pt x="0" y="0"/>
                </a:moveTo>
                <a:lnTo>
                  <a:pt x="8206834" y="0"/>
                </a:lnTo>
                <a:lnTo>
                  <a:pt x="8206834" y="5268304"/>
                </a:lnTo>
                <a:lnTo>
                  <a:pt x="0" y="5268304"/>
                </a:lnTo>
                <a:lnTo>
                  <a:pt x="0" y="0"/>
                </a:lnTo>
                <a:close/>
              </a:path>
            </a:pathLst>
          </a:custGeom>
          <a:blipFill>
            <a:blip r:embed="rId3"/>
            <a:stretch>
              <a:fillRect l="-3718" r="-3718"/>
            </a:stretch>
          </a:blipFill>
        </p:spPr>
        <p:txBody>
          <a:bodyPr/>
          <a:lstStyle/>
          <a:p>
            <a:endParaRPr lang="en-US"/>
          </a:p>
        </p:txBody>
      </p:sp>
      <p:sp>
        <p:nvSpPr>
          <p:cNvPr id="2" name="TextBox 2"/>
          <p:cNvSpPr txBox="1"/>
          <p:nvPr/>
        </p:nvSpPr>
        <p:spPr>
          <a:xfrm>
            <a:off x="3241714" y="320917"/>
            <a:ext cx="11804571" cy="872034"/>
          </a:xfrm>
          <a:prstGeom prst="rect">
            <a:avLst/>
          </a:prstGeom>
        </p:spPr>
        <p:txBody>
          <a:bodyPr lIns="0" tIns="0" rIns="0" bIns="0" rtlCol="0" anchor="t">
            <a:spAutoFit/>
          </a:bodyPr>
          <a:lstStyle/>
          <a:p>
            <a:pPr algn="ctr">
              <a:lnSpc>
                <a:spcPts val="6839"/>
              </a:lnSpc>
              <a:spcBef>
                <a:spcPct val="0"/>
              </a:spcBef>
            </a:pPr>
            <a:r>
              <a:rPr lang="en-US" sz="5999"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FUNCTIONAL REQUIREMENTS</a:t>
            </a:r>
          </a:p>
        </p:txBody>
      </p:sp>
      <p:sp>
        <p:nvSpPr>
          <p:cNvPr id="4" name="TextBox 4"/>
          <p:cNvSpPr txBox="1"/>
          <p:nvPr/>
        </p:nvSpPr>
        <p:spPr>
          <a:xfrm>
            <a:off x="670493" y="1023787"/>
            <a:ext cx="17007907" cy="7840288"/>
          </a:xfrm>
          <a:prstGeom prst="rect">
            <a:avLst/>
          </a:prstGeom>
        </p:spPr>
        <p:txBody>
          <a:bodyPr wrap="square" lIns="0" tIns="0" rIns="0" bIns="0" rtlCol="0" anchor="t">
            <a:spAutoFit/>
          </a:bodyPr>
          <a:lstStyle/>
          <a:p>
            <a:pPr algn="l">
              <a:lnSpc>
                <a:spcPts val="5599"/>
              </a:lnSpc>
            </a:pPr>
            <a:endParaRPr dirty="0"/>
          </a:p>
          <a:p>
            <a:pPr marL="1174749" lvl="1" indent="-742950">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Waste Collection Monitoring: </a:t>
            </a:r>
            <a:r>
              <a:rPr lang="en-US" sz="3999" dirty="0">
                <a:solidFill>
                  <a:srgbClr val="000000"/>
                </a:solidFill>
                <a:latin typeface="Times New Roman"/>
                <a:ea typeface="Times New Roman"/>
                <a:cs typeface="Times New Roman"/>
                <a:sym typeface="Times New Roman"/>
              </a:rPr>
              <a:t>IoT bins send real-time data; residents schedule pickups</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Community Sharing: </a:t>
            </a:r>
            <a:r>
              <a:rPr lang="en-US" sz="3999" dirty="0">
                <a:solidFill>
                  <a:srgbClr val="000000"/>
                </a:solidFill>
                <a:latin typeface="Times New Roman"/>
                <a:ea typeface="Times New Roman"/>
                <a:cs typeface="Times New Roman"/>
                <a:sym typeface="Times New Roman"/>
              </a:rPr>
              <a:t>Share reusable items via the app</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Immediate Pickups: </a:t>
            </a:r>
            <a:r>
              <a:rPr lang="en-US" sz="3999" dirty="0">
                <a:solidFill>
                  <a:srgbClr val="000000"/>
                </a:solidFill>
                <a:latin typeface="Times New Roman"/>
                <a:ea typeface="Times New Roman"/>
                <a:cs typeface="Times New Roman"/>
                <a:sym typeface="Times New Roman"/>
              </a:rPr>
              <a:t>Residents request urgent pickups; drivers get real-time alerts</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Route Optimization &amp; Tracking:</a:t>
            </a:r>
            <a:r>
              <a:rPr lang="en-US" sz="3999" dirty="0">
                <a:solidFill>
                  <a:srgbClr val="000000"/>
                </a:solidFill>
                <a:latin typeface="Times New Roman"/>
                <a:ea typeface="Times New Roman"/>
                <a:cs typeface="Times New Roman"/>
                <a:sym typeface="Times New Roman"/>
              </a:rPr>
              <a:t> Generates and updates efficient routes; displays bin locations and optimized paths</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Alerts &amp; Notifications:</a:t>
            </a:r>
            <a:r>
              <a:rPr lang="en-US" sz="3999" dirty="0">
                <a:solidFill>
                  <a:srgbClr val="000000"/>
                </a:solidFill>
                <a:latin typeface="Times New Roman"/>
                <a:ea typeface="Times New Roman"/>
                <a:cs typeface="Times New Roman"/>
                <a:sym typeface="Times New Roman"/>
              </a:rPr>
              <a:t> Real-time updates for users and drivers</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Reports &amp; Analytics:</a:t>
            </a:r>
            <a:r>
              <a:rPr lang="en-US" sz="3999" dirty="0">
                <a:solidFill>
                  <a:srgbClr val="000000"/>
                </a:solidFill>
                <a:latin typeface="Times New Roman"/>
                <a:ea typeface="Times New Roman"/>
                <a:cs typeface="Times New Roman"/>
                <a:sym typeface="Times New Roman"/>
              </a:rPr>
              <a:t> Insights on waste trends and system performance</a:t>
            </a:r>
          </a:p>
          <a:p>
            <a:pPr marL="1174749" lvl="1" indent="-742950" algn="l">
              <a:lnSpc>
                <a:spcPts val="5599"/>
              </a:lnSpc>
              <a:buFont typeface="+mj-lt"/>
              <a:buAutoNum type="arabicPeriod"/>
            </a:pPr>
            <a:r>
              <a:rPr lang="en-US" sz="3999" b="1" dirty="0">
                <a:solidFill>
                  <a:srgbClr val="000000"/>
                </a:solidFill>
                <a:latin typeface="Times New Roman Bold"/>
                <a:ea typeface="Times New Roman Bold"/>
                <a:cs typeface="Times New Roman Bold"/>
                <a:sym typeface="Times New Roman Bold"/>
              </a:rPr>
              <a:t>User Management: </a:t>
            </a:r>
            <a:r>
              <a:rPr lang="en-US" sz="3999" dirty="0">
                <a:solidFill>
                  <a:srgbClr val="000000"/>
                </a:solidFill>
                <a:latin typeface="Times New Roman"/>
                <a:ea typeface="Times New Roman"/>
                <a:cs typeface="Times New Roman"/>
                <a:sym typeface="Times New Roman"/>
              </a:rPr>
              <a:t>Manage accounts, roles, and user activity</a:t>
            </a:r>
          </a:p>
        </p:txBody>
      </p:sp>
      <p:grpSp>
        <p:nvGrpSpPr>
          <p:cNvPr id="6" name="Group 6"/>
          <p:cNvGrpSpPr/>
          <p:nvPr/>
        </p:nvGrpSpPr>
        <p:grpSpPr>
          <a:xfrm rot="3020431">
            <a:off x="14859963" y="-7580937"/>
            <a:ext cx="10088171" cy="1008817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9" name="TextBox 5">
            <a:extLst>
              <a:ext uri="{FF2B5EF4-FFF2-40B4-BE49-F238E27FC236}">
                <a16:creationId xmlns:a16="http://schemas.microsoft.com/office/drawing/2014/main" id="{269AD644-79B6-47E7-BBE0-987BCC807845}"/>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04</a:t>
            </a:r>
          </a:p>
        </p:txBody>
      </p:sp>
      <p:sp>
        <p:nvSpPr>
          <p:cNvPr id="13" name="Freeform 6">
            <a:extLst>
              <a:ext uri="{FF2B5EF4-FFF2-40B4-BE49-F238E27FC236}">
                <a16:creationId xmlns:a16="http://schemas.microsoft.com/office/drawing/2014/main" id="{231F0617-FA9D-EA53-84D6-F2F53DD8D74E}"/>
              </a:ext>
            </a:extLst>
          </p:cNvPr>
          <p:cNvSpPr/>
          <p:nvPr/>
        </p:nvSpPr>
        <p:spPr>
          <a:xfrm>
            <a:off x="5181600" y="2071873"/>
            <a:ext cx="7246986" cy="7241615"/>
          </a:xfrm>
          <a:custGeom>
            <a:avLst/>
            <a:gdLst/>
            <a:ahLst/>
            <a:cxnLst/>
            <a:rect l="l" t="t" r="r" b="b"/>
            <a:pathLst>
              <a:path w="2384980" h="2295543">
                <a:moveTo>
                  <a:pt x="0" y="0"/>
                </a:moveTo>
                <a:lnTo>
                  <a:pt x="2384980" y="0"/>
                </a:lnTo>
                <a:lnTo>
                  <a:pt x="2384980" y="2295544"/>
                </a:lnTo>
                <a:lnTo>
                  <a:pt x="0" y="2295544"/>
                </a:lnTo>
                <a:lnTo>
                  <a:pt x="0" y="0"/>
                </a:lnTo>
                <a:close/>
              </a:path>
            </a:pathLst>
          </a:custGeom>
          <a:blipFill>
            <a:blip r:embed="rId4">
              <a:duotone>
                <a:schemeClr val="accent1">
                  <a:shade val="45000"/>
                  <a:satMod val="135000"/>
                </a:schemeClr>
                <a:prstClr val="white"/>
              </a:duotone>
              <a:alphaModFix amt="15000"/>
              <a:extLst>
                <a:ext uri="{BEBA8EAE-BF5A-486C-A8C5-ECC9F3942E4B}">
                  <a14:imgProps xmlns:a14="http://schemas.microsoft.com/office/drawing/2010/main">
                    <a14:imgLayer r:embed="rId5">
                      <a14:imgEffect>
                        <a14:brightnessContrast contrast="20000"/>
                      </a14:imgEffect>
                    </a14:imgLayer>
                  </a14:imgProps>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6"/>
          <p:cNvSpPr/>
          <p:nvPr/>
        </p:nvSpPr>
        <p:spPr>
          <a:xfrm rot="5400000">
            <a:off x="-4069266" y="3362077"/>
            <a:ext cx="12784741" cy="4766414"/>
          </a:xfrm>
          <a:custGeom>
            <a:avLst/>
            <a:gdLst/>
            <a:ahLst/>
            <a:cxnLst/>
            <a:rect l="l" t="t" r="r" b="b"/>
            <a:pathLst>
              <a:path w="12784741" h="4766414">
                <a:moveTo>
                  <a:pt x="0" y="0"/>
                </a:moveTo>
                <a:lnTo>
                  <a:pt x="12784741" y="0"/>
                </a:lnTo>
                <a:lnTo>
                  <a:pt x="12784741" y="4766414"/>
                </a:lnTo>
                <a:lnTo>
                  <a:pt x="0" y="4766414"/>
                </a:lnTo>
                <a:lnTo>
                  <a:pt x="0" y="0"/>
                </a:lnTo>
                <a:close/>
              </a:path>
            </a:pathLst>
          </a:custGeom>
          <a:blipFill>
            <a:blip r:embed="rId3"/>
            <a:stretch>
              <a:fillRect l="-229" t="-51379" b="-9252"/>
            </a:stretch>
          </a:blipFill>
        </p:spPr>
        <p:txBody>
          <a:bodyPr/>
          <a:lstStyle/>
          <a:p>
            <a:endParaRPr lang="en-US"/>
          </a:p>
        </p:txBody>
      </p:sp>
      <p:sp>
        <p:nvSpPr>
          <p:cNvPr id="2" name="TextBox 2"/>
          <p:cNvSpPr txBox="1"/>
          <p:nvPr/>
        </p:nvSpPr>
        <p:spPr>
          <a:xfrm>
            <a:off x="1637747" y="3390900"/>
            <a:ext cx="2445489" cy="384810"/>
          </a:xfrm>
          <a:prstGeom prst="rect">
            <a:avLst/>
          </a:prstGeom>
        </p:spPr>
        <p:txBody>
          <a:bodyPr lIns="0" tIns="0" rIns="0" bIns="0" rtlCol="0" anchor="t">
            <a:spAutoFit/>
          </a:bodyPr>
          <a:lstStyle/>
          <a:p>
            <a:pPr algn="l">
              <a:lnSpc>
                <a:spcPts val="2940"/>
              </a:lnSpc>
            </a:pPr>
            <a:r>
              <a:rPr lang="en-US" sz="2100" b="1">
                <a:solidFill>
                  <a:srgbClr val="FFFFFF"/>
                </a:solidFill>
                <a:latin typeface="Helvetica World Bold"/>
                <a:ea typeface="Helvetica World Bold"/>
                <a:cs typeface="Helvetica World Bold"/>
                <a:sym typeface="Helvetica World Bold"/>
              </a:rPr>
              <a:t>Profit Projections</a:t>
            </a:r>
          </a:p>
        </p:txBody>
      </p:sp>
      <p:sp>
        <p:nvSpPr>
          <p:cNvPr id="3" name="TextBox 3"/>
          <p:cNvSpPr txBox="1"/>
          <p:nvPr/>
        </p:nvSpPr>
        <p:spPr>
          <a:xfrm>
            <a:off x="2137767" y="320917"/>
            <a:ext cx="14012466" cy="872034"/>
          </a:xfrm>
          <a:prstGeom prst="rect">
            <a:avLst/>
          </a:prstGeom>
        </p:spPr>
        <p:txBody>
          <a:bodyPr lIns="0" tIns="0" rIns="0" bIns="0" rtlCol="0" anchor="t">
            <a:spAutoFit/>
          </a:bodyPr>
          <a:lstStyle/>
          <a:p>
            <a:pPr algn="ctr">
              <a:lnSpc>
                <a:spcPts val="6839"/>
              </a:lnSpc>
              <a:spcBef>
                <a:spcPct val="0"/>
              </a:spcBef>
            </a:pPr>
            <a:r>
              <a:rPr lang="en-US" sz="60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NON -FUNCTIONAL REQUIREMENTS</a:t>
            </a:r>
          </a:p>
        </p:txBody>
      </p:sp>
      <p:sp>
        <p:nvSpPr>
          <p:cNvPr id="4" name="TextBox 4"/>
          <p:cNvSpPr txBox="1"/>
          <p:nvPr/>
        </p:nvSpPr>
        <p:spPr>
          <a:xfrm>
            <a:off x="1142999" y="1753766"/>
            <a:ext cx="16003561" cy="4386009"/>
          </a:xfrm>
          <a:prstGeom prst="rect">
            <a:avLst/>
          </a:prstGeom>
        </p:spPr>
        <p:txBody>
          <a:bodyPr wrap="square" lIns="0" tIns="0" rIns="0" bIns="0" rtlCol="0" anchor="t">
            <a:spAutoFit/>
          </a:bodyPr>
          <a:lstStyle/>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Scalability:</a:t>
            </a:r>
            <a:r>
              <a:rPr lang="en-US" sz="4060" dirty="0">
                <a:solidFill>
                  <a:srgbClr val="000000"/>
                </a:solidFill>
                <a:latin typeface="Times New Roman"/>
                <a:ea typeface="Times New Roman"/>
                <a:cs typeface="Times New Roman"/>
                <a:sym typeface="Times New Roman"/>
              </a:rPr>
              <a:t> Support growth in users, IoT devices, and trucks </a:t>
            </a:r>
          </a:p>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Reliability:</a:t>
            </a:r>
            <a:r>
              <a:rPr lang="en-US" sz="4060" dirty="0">
                <a:solidFill>
                  <a:srgbClr val="000000"/>
                </a:solidFill>
                <a:latin typeface="Times New Roman"/>
                <a:ea typeface="Times New Roman"/>
                <a:cs typeface="Times New Roman"/>
                <a:sym typeface="Times New Roman"/>
              </a:rPr>
              <a:t> Ensure continuous uptime and system stability</a:t>
            </a:r>
          </a:p>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Performance:</a:t>
            </a:r>
            <a:r>
              <a:rPr lang="en-US" sz="4060" dirty="0">
                <a:solidFill>
                  <a:srgbClr val="000000"/>
                </a:solidFill>
                <a:latin typeface="Times New Roman"/>
                <a:ea typeface="Times New Roman"/>
                <a:cs typeface="Times New Roman"/>
                <a:sym typeface="Times New Roman"/>
              </a:rPr>
              <a:t> Deliver real-time updates and notifications efficiently</a:t>
            </a:r>
          </a:p>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Security:</a:t>
            </a:r>
            <a:r>
              <a:rPr lang="en-US" sz="4060" dirty="0">
                <a:solidFill>
                  <a:srgbClr val="000000"/>
                </a:solidFill>
                <a:latin typeface="Times New Roman"/>
                <a:ea typeface="Times New Roman"/>
                <a:cs typeface="Times New Roman"/>
                <a:sym typeface="Times New Roman"/>
              </a:rPr>
              <a:t> Protect data with encryption and controlled access</a:t>
            </a:r>
          </a:p>
          <a:p>
            <a:pPr marL="742950" indent="-742950" algn="just">
              <a:lnSpc>
                <a:spcPts val="6984"/>
              </a:lnSpc>
              <a:buFont typeface="+mj-lt"/>
              <a:buAutoNum type="arabicPeriod"/>
            </a:pPr>
            <a:r>
              <a:rPr lang="en-US" sz="4060" b="1" dirty="0">
                <a:solidFill>
                  <a:srgbClr val="000000"/>
                </a:solidFill>
                <a:latin typeface="Times New Roman Bold"/>
                <a:ea typeface="Times New Roman Bold"/>
                <a:cs typeface="Times New Roman Bold"/>
                <a:sym typeface="Times New Roman Bold"/>
              </a:rPr>
              <a:t>User-Friendly:</a:t>
            </a:r>
            <a:r>
              <a:rPr lang="en-US" sz="4060" dirty="0">
                <a:solidFill>
                  <a:srgbClr val="000000"/>
                </a:solidFill>
                <a:latin typeface="Times New Roman"/>
                <a:ea typeface="Times New Roman"/>
                <a:cs typeface="Times New Roman"/>
                <a:sym typeface="Times New Roman"/>
              </a:rPr>
              <a:t> Provide intuitive and accessible interfaces for all users</a:t>
            </a:r>
          </a:p>
        </p:txBody>
      </p:sp>
      <p:sp>
        <p:nvSpPr>
          <p:cNvPr id="7" name="TextBox 5">
            <a:extLst>
              <a:ext uri="{FF2B5EF4-FFF2-40B4-BE49-F238E27FC236}">
                <a16:creationId xmlns:a16="http://schemas.microsoft.com/office/drawing/2014/main" id="{F1619174-88A0-3E57-7636-E134F89D9324}"/>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sym typeface="Canva Sans Bold"/>
              </a:rPr>
              <a:t>05</a:t>
            </a:r>
          </a:p>
        </p:txBody>
      </p:sp>
      <p:sp>
        <p:nvSpPr>
          <p:cNvPr id="9" name="Freeform 20">
            <a:extLst>
              <a:ext uri="{FF2B5EF4-FFF2-40B4-BE49-F238E27FC236}">
                <a16:creationId xmlns:a16="http://schemas.microsoft.com/office/drawing/2014/main" id="{24F0E0D7-EE48-B110-B885-4994EF6D3DEB}"/>
              </a:ext>
            </a:extLst>
          </p:cNvPr>
          <p:cNvSpPr/>
          <p:nvPr/>
        </p:nvSpPr>
        <p:spPr>
          <a:xfrm>
            <a:off x="8839200" y="1753766"/>
            <a:ext cx="8600616" cy="8529547"/>
          </a:xfrm>
          <a:custGeom>
            <a:avLst/>
            <a:gdLst/>
            <a:ahLst/>
            <a:cxnLst/>
            <a:rect l="l" t="t" r="r" b="b"/>
            <a:pathLst>
              <a:path w="7042131" h="7042131">
                <a:moveTo>
                  <a:pt x="0" y="0"/>
                </a:moveTo>
                <a:lnTo>
                  <a:pt x="7042131" y="0"/>
                </a:lnTo>
                <a:lnTo>
                  <a:pt x="7042131" y="7042131"/>
                </a:lnTo>
                <a:lnTo>
                  <a:pt x="0" y="7042131"/>
                </a:lnTo>
                <a:lnTo>
                  <a:pt x="0" y="0"/>
                </a:lnTo>
                <a:close/>
              </a:path>
            </a:pathLst>
          </a:custGeom>
          <a:blipFill>
            <a:blip r:embed="rId4">
              <a:alphaModFix amt="12000"/>
            </a:blip>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40856" y="1627193"/>
            <a:ext cx="14290308" cy="5313955"/>
          </a:xfrm>
          <a:prstGeom prst="rect">
            <a:avLst/>
          </a:prstGeom>
        </p:spPr>
        <p:txBody>
          <a:bodyPr wrap="square" lIns="0" tIns="0" rIns="0" bIns="0" rtlCol="0" anchor="t">
            <a:spAutoFit/>
          </a:bodyPr>
          <a:lstStyle/>
          <a:p>
            <a:pPr algn="l">
              <a:lnSpc>
                <a:spcPts val="5959"/>
              </a:lnSpc>
            </a:pPr>
            <a:r>
              <a:rPr lang="en-US" sz="3999" b="1" spc="83" dirty="0">
                <a:solidFill>
                  <a:srgbClr val="000000"/>
                </a:solidFill>
                <a:latin typeface="Times New Roman Bold"/>
                <a:ea typeface="Times New Roman Bold"/>
                <a:cs typeface="Times New Roman Bold"/>
                <a:sym typeface="Times New Roman Bold"/>
              </a:rPr>
              <a:t>Prototyping: </a:t>
            </a:r>
            <a:r>
              <a:rPr lang="en-US" sz="3999" spc="83"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Figma</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Hardware (IoT Bin):</a:t>
            </a:r>
            <a:r>
              <a:rPr lang="en-US" sz="3999" spc="83" dirty="0">
                <a:solidFill>
                  <a:srgbClr val="000000"/>
                </a:solidFill>
                <a:latin typeface="Times New Roman"/>
                <a:ea typeface="Times New Roman"/>
                <a:cs typeface="Times New Roman"/>
                <a:sym typeface="Times New Roman"/>
              </a:rPr>
              <a:t> ESP32, GPS (NEO-6M), LoRa/BLE, LEDs</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Front-end Development: </a:t>
            </a:r>
            <a:r>
              <a:rPr lang="en-US" sz="3999" spc="83" dirty="0">
                <a:solidFill>
                  <a:srgbClr val="000000"/>
                </a:solidFill>
                <a:latin typeface="Times New Roman"/>
                <a:ea typeface="Times New Roman"/>
                <a:cs typeface="Times New Roman"/>
                <a:sym typeface="Times New Roman"/>
              </a:rPr>
              <a:t>React, Flutter</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Back-end Development: </a:t>
            </a:r>
            <a:r>
              <a:rPr lang="en-US" sz="3999" spc="83" dirty="0">
                <a:solidFill>
                  <a:srgbClr val="000000"/>
                </a:solidFill>
                <a:latin typeface="Times New Roman"/>
                <a:ea typeface="Times New Roman"/>
                <a:cs typeface="Times New Roman"/>
                <a:sym typeface="Times New Roman"/>
              </a:rPr>
              <a:t>Node.js, Express.js</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Databases:</a:t>
            </a:r>
            <a:r>
              <a:rPr lang="en-US" sz="3999" spc="83" dirty="0">
                <a:solidFill>
                  <a:srgbClr val="000000"/>
                </a:solidFill>
                <a:latin typeface="Times New Roman"/>
                <a:ea typeface="Times New Roman"/>
                <a:cs typeface="Times New Roman"/>
                <a:sym typeface="Times New Roman"/>
              </a:rPr>
              <a:t> Firebase</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Communication: </a:t>
            </a:r>
            <a:r>
              <a:rPr lang="en-US" sz="3999" spc="83" dirty="0">
                <a:solidFill>
                  <a:srgbClr val="000000"/>
                </a:solidFill>
                <a:latin typeface="Times New Roman"/>
                <a:ea typeface="Times New Roman"/>
                <a:cs typeface="Times New Roman"/>
                <a:sym typeface="Times New Roman"/>
              </a:rPr>
              <a:t>ESP-NOW, MQTT, HTTP/HTTPS</a:t>
            </a:r>
          </a:p>
          <a:p>
            <a:pPr algn="l">
              <a:lnSpc>
                <a:spcPts val="5959"/>
              </a:lnSpc>
            </a:pPr>
            <a:r>
              <a:rPr lang="en-US" sz="3999" b="1" spc="83" dirty="0">
                <a:solidFill>
                  <a:srgbClr val="000000"/>
                </a:solidFill>
                <a:latin typeface="Times New Roman Bold"/>
                <a:ea typeface="Times New Roman Bold"/>
                <a:cs typeface="Times New Roman Bold"/>
                <a:sym typeface="Times New Roman Bold"/>
              </a:rPr>
              <a:t>Version Control: </a:t>
            </a:r>
            <a:r>
              <a:rPr lang="en-US" sz="3999" spc="83" dirty="0">
                <a:solidFill>
                  <a:srgbClr val="000000"/>
                </a:solidFill>
                <a:latin typeface="Times New Roman"/>
                <a:ea typeface="Times New Roman"/>
                <a:cs typeface="Times New Roman"/>
                <a:sym typeface="Times New Roman"/>
              </a:rPr>
              <a:t>Git, GitHub</a:t>
            </a:r>
          </a:p>
        </p:txBody>
      </p:sp>
      <p:sp>
        <p:nvSpPr>
          <p:cNvPr id="3" name="Freeform 3"/>
          <p:cNvSpPr/>
          <p:nvPr/>
        </p:nvSpPr>
        <p:spPr>
          <a:xfrm>
            <a:off x="4893936" y="7068465"/>
            <a:ext cx="1650356" cy="1541020"/>
          </a:xfrm>
          <a:custGeom>
            <a:avLst/>
            <a:gdLst/>
            <a:ahLst/>
            <a:cxnLst/>
            <a:rect l="l" t="t" r="r" b="b"/>
            <a:pathLst>
              <a:path w="1650356" h="1541020">
                <a:moveTo>
                  <a:pt x="0" y="0"/>
                </a:moveTo>
                <a:lnTo>
                  <a:pt x="1650356" y="0"/>
                </a:lnTo>
                <a:lnTo>
                  <a:pt x="1650356" y="1541020"/>
                </a:lnTo>
                <a:lnTo>
                  <a:pt x="0" y="15410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8925172" y="6941148"/>
            <a:ext cx="1322653" cy="1642120"/>
          </a:xfrm>
          <a:custGeom>
            <a:avLst/>
            <a:gdLst/>
            <a:ahLst/>
            <a:cxnLst/>
            <a:rect l="l" t="t" r="r" b="b"/>
            <a:pathLst>
              <a:path w="1322653" h="1642120">
                <a:moveTo>
                  <a:pt x="0" y="0"/>
                </a:moveTo>
                <a:lnTo>
                  <a:pt x="1322653" y="0"/>
                </a:lnTo>
                <a:lnTo>
                  <a:pt x="1322653" y="1642120"/>
                </a:lnTo>
                <a:lnTo>
                  <a:pt x="0" y="16421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805291" y="8609485"/>
            <a:ext cx="4431476" cy="1240813"/>
          </a:xfrm>
          <a:custGeom>
            <a:avLst/>
            <a:gdLst/>
            <a:ahLst/>
            <a:cxnLst/>
            <a:rect l="l" t="t" r="r" b="b"/>
            <a:pathLst>
              <a:path w="4431476" h="1240813">
                <a:moveTo>
                  <a:pt x="0" y="0"/>
                </a:moveTo>
                <a:lnTo>
                  <a:pt x="4431477" y="0"/>
                </a:lnTo>
                <a:lnTo>
                  <a:pt x="4431477" y="1240813"/>
                </a:lnTo>
                <a:lnTo>
                  <a:pt x="0" y="124081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Freeform 6"/>
          <p:cNvSpPr/>
          <p:nvPr/>
        </p:nvSpPr>
        <p:spPr>
          <a:xfrm>
            <a:off x="7037747" y="7962233"/>
            <a:ext cx="4600486" cy="2875304"/>
          </a:xfrm>
          <a:custGeom>
            <a:avLst/>
            <a:gdLst/>
            <a:ahLst/>
            <a:cxnLst/>
            <a:rect l="l" t="t" r="r" b="b"/>
            <a:pathLst>
              <a:path w="4600486" h="2875304">
                <a:moveTo>
                  <a:pt x="0" y="0"/>
                </a:moveTo>
                <a:lnTo>
                  <a:pt x="4600486" y="0"/>
                </a:lnTo>
                <a:lnTo>
                  <a:pt x="4600486" y="2875304"/>
                </a:lnTo>
                <a:lnTo>
                  <a:pt x="0" y="2875304"/>
                </a:lnTo>
                <a:lnTo>
                  <a:pt x="0" y="0"/>
                </a:lnTo>
                <a:close/>
              </a:path>
            </a:pathLst>
          </a:custGeom>
          <a:blipFill>
            <a:blip r:embed="rId9"/>
            <a:stretch>
              <a:fillRect/>
            </a:stretch>
          </a:blipFill>
        </p:spPr>
        <p:txBody>
          <a:bodyPr/>
          <a:lstStyle/>
          <a:p>
            <a:endParaRPr lang="en-US"/>
          </a:p>
        </p:txBody>
      </p:sp>
      <p:sp>
        <p:nvSpPr>
          <p:cNvPr id="7" name="Freeform 7"/>
          <p:cNvSpPr/>
          <p:nvPr/>
        </p:nvSpPr>
        <p:spPr>
          <a:xfrm>
            <a:off x="13498532" y="7565440"/>
            <a:ext cx="2266584" cy="2088090"/>
          </a:xfrm>
          <a:custGeom>
            <a:avLst/>
            <a:gdLst/>
            <a:ahLst/>
            <a:cxnLst/>
            <a:rect l="l" t="t" r="r" b="b"/>
            <a:pathLst>
              <a:path w="2266584" h="2088090">
                <a:moveTo>
                  <a:pt x="0" y="0"/>
                </a:moveTo>
                <a:lnTo>
                  <a:pt x="2266583" y="0"/>
                </a:lnTo>
                <a:lnTo>
                  <a:pt x="2266583" y="2088090"/>
                </a:lnTo>
                <a:lnTo>
                  <a:pt x="0" y="2088090"/>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8" name="Freeform 8"/>
          <p:cNvSpPr/>
          <p:nvPr/>
        </p:nvSpPr>
        <p:spPr>
          <a:xfrm>
            <a:off x="16630414" y="5031387"/>
            <a:ext cx="1257772" cy="1751328"/>
          </a:xfrm>
          <a:custGeom>
            <a:avLst/>
            <a:gdLst/>
            <a:ahLst/>
            <a:cxnLst/>
            <a:rect l="l" t="t" r="r" b="b"/>
            <a:pathLst>
              <a:path w="1257772" h="1751328">
                <a:moveTo>
                  <a:pt x="0" y="0"/>
                </a:moveTo>
                <a:lnTo>
                  <a:pt x="1257772" y="0"/>
                </a:lnTo>
                <a:lnTo>
                  <a:pt x="1257772" y="1751328"/>
                </a:lnTo>
                <a:lnTo>
                  <a:pt x="0" y="175132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9" name="Freeform 9"/>
          <p:cNvSpPr/>
          <p:nvPr/>
        </p:nvSpPr>
        <p:spPr>
          <a:xfrm>
            <a:off x="16372631" y="7962233"/>
            <a:ext cx="1299791" cy="1688040"/>
          </a:xfrm>
          <a:custGeom>
            <a:avLst/>
            <a:gdLst/>
            <a:ahLst/>
            <a:cxnLst/>
            <a:rect l="l" t="t" r="r" b="b"/>
            <a:pathLst>
              <a:path w="1299791" h="1688040">
                <a:moveTo>
                  <a:pt x="0" y="0"/>
                </a:moveTo>
                <a:lnTo>
                  <a:pt x="1299791" y="0"/>
                </a:lnTo>
                <a:lnTo>
                  <a:pt x="1299791" y="1688040"/>
                </a:lnTo>
                <a:lnTo>
                  <a:pt x="0" y="1688040"/>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0" name="Freeform 10"/>
          <p:cNvSpPr/>
          <p:nvPr/>
        </p:nvSpPr>
        <p:spPr>
          <a:xfrm>
            <a:off x="14794558" y="3158599"/>
            <a:ext cx="3156146" cy="1440350"/>
          </a:xfrm>
          <a:custGeom>
            <a:avLst/>
            <a:gdLst/>
            <a:ahLst/>
            <a:cxnLst/>
            <a:rect l="l" t="t" r="r" b="b"/>
            <a:pathLst>
              <a:path w="3156146" h="1440350">
                <a:moveTo>
                  <a:pt x="0" y="0"/>
                </a:moveTo>
                <a:lnTo>
                  <a:pt x="3156146" y="0"/>
                </a:lnTo>
                <a:lnTo>
                  <a:pt x="3156146" y="1440350"/>
                </a:lnTo>
                <a:lnTo>
                  <a:pt x="0" y="1440350"/>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1" name="Freeform 11"/>
          <p:cNvSpPr/>
          <p:nvPr/>
        </p:nvSpPr>
        <p:spPr>
          <a:xfrm>
            <a:off x="14275796" y="5295127"/>
            <a:ext cx="1773338" cy="1773338"/>
          </a:xfrm>
          <a:custGeom>
            <a:avLst/>
            <a:gdLst/>
            <a:ahLst/>
            <a:cxnLst/>
            <a:rect l="l" t="t" r="r" b="b"/>
            <a:pathLst>
              <a:path w="1773338" h="1773338">
                <a:moveTo>
                  <a:pt x="0" y="0"/>
                </a:moveTo>
                <a:lnTo>
                  <a:pt x="1773338" y="0"/>
                </a:lnTo>
                <a:lnTo>
                  <a:pt x="1773338" y="1773338"/>
                </a:lnTo>
                <a:lnTo>
                  <a:pt x="0" y="1773338"/>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2" name="Freeform 12"/>
          <p:cNvSpPr/>
          <p:nvPr/>
        </p:nvSpPr>
        <p:spPr>
          <a:xfrm>
            <a:off x="11831592" y="6097128"/>
            <a:ext cx="1666940" cy="1688040"/>
          </a:xfrm>
          <a:custGeom>
            <a:avLst/>
            <a:gdLst/>
            <a:ahLst/>
            <a:cxnLst/>
            <a:rect l="l" t="t" r="r" b="b"/>
            <a:pathLst>
              <a:path w="1666940" h="1688040">
                <a:moveTo>
                  <a:pt x="0" y="0"/>
                </a:moveTo>
                <a:lnTo>
                  <a:pt x="1666940" y="0"/>
                </a:lnTo>
                <a:lnTo>
                  <a:pt x="1666940" y="1688040"/>
                </a:lnTo>
                <a:lnTo>
                  <a:pt x="0" y="1688040"/>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US"/>
          </a:p>
        </p:txBody>
      </p:sp>
      <p:sp>
        <p:nvSpPr>
          <p:cNvPr id="13" name="Freeform 13"/>
          <p:cNvSpPr/>
          <p:nvPr/>
        </p:nvSpPr>
        <p:spPr>
          <a:xfrm>
            <a:off x="579570" y="7199080"/>
            <a:ext cx="1933485" cy="1126255"/>
          </a:xfrm>
          <a:custGeom>
            <a:avLst/>
            <a:gdLst/>
            <a:ahLst/>
            <a:cxnLst/>
            <a:rect l="l" t="t" r="r" b="b"/>
            <a:pathLst>
              <a:path w="1933485" h="1126255">
                <a:moveTo>
                  <a:pt x="0" y="0"/>
                </a:moveTo>
                <a:lnTo>
                  <a:pt x="1933485" y="0"/>
                </a:lnTo>
                <a:lnTo>
                  <a:pt x="1933485" y="1126255"/>
                </a:lnTo>
                <a:lnTo>
                  <a:pt x="0" y="1126255"/>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US"/>
          </a:p>
        </p:txBody>
      </p:sp>
      <p:sp>
        <p:nvSpPr>
          <p:cNvPr id="14" name="TextBox 14"/>
          <p:cNvSpPr txBox="1"/>
          <p:nvPr/>
        </p:nvSpPr>
        <p:spPr>
          <a:xfrm>
            <a:off x="5334000" y="168323"/>
            <a:ext cx="7620000" cy="949812"/>
          </a:xfrm>
          <a:prstGeom prst="rect">
            <a:avLst/>
          </a:prstGeom>
        </p:spPr>
        <p:txBody>
          <a:bodyPr wrap="square" lIns="0" tIns="0" rIns="0" bIns="0" rtlCol="0" anchor="t">
            <a:spAutoFit/>
          </a:bodyPr>
          <a:lstStyle/>
          <a:p>
            <a:pPr algn="ctr">
              <a:lnSpc>
                <a:spcPts val="7977"/>
              </a:lnSpc>
              <a:spcBef>
                <a:spcPct val="0"/>
              </a:spcBef>
            </a:pPr>
            <a:r>
              <a:rPr lang="en-US" sz="6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TECHNOLOGIES</a:t>
            </a:r>
          </a:p>
        </p:txBody>
      </p:sp>
      <p:grpSp>
        <p:nvGrpSpPr>
          <p:cNvPr id="16" name="Group 16"/>
          <p:cNvGrpSpPr/>
          <p:nvPr/>
        </p:nvGrpSpPr>
        <p:grpSpPr>
          <a:xfrm rot="3020431">
            <a:off x="16406362" y="-7089290"/>
            <a:ext cx="10088171" cy="10740242"/>
            <a:chOff x="0" y="0"/>
            <a:chExt cx="812800" cy="865337"/>
          </a:xfrm>
        </p:grpSpPr>
        <p:sp>
          <p:nvSpPr>
            <p:cNvPr id="17" name="Freeform 17"/>
            <p:cNvSpPr/>
            <p:nvPr/>
          </p:nvSpPr>
          <p:spPr>
            <a:xfrm>
              <a:off x="0" y="0"/>
              <a:ext cx="812800" cy="865337"/>
            </a:xfrm>
            <a:custGeom>
              <a:avLst/>
              <a:gdLst/>
              <a:ahLst/>
              <a:cxnLst/>
              <a:rect l="l" t="t" r="r" b="b"/>
              <a:pathLst>
                <a:path w="812800" h="865337">
                  <a:moveTo>
                    <a:pt x="406400" y="0"/>
                  </a:moveTo>
                  <a:cubicBezTo>
                    <a:pt x="181951" y="0"/>
                    <a:pt x="0" y="193712"/>
                    <a:pt x="0" y="432669"/>
                  </a:cubicBezTo>
                  <a:cubicBezTo>
                    <a:pt x="0" y="671625"/>
                    <a:pt x="181951" y="865337"/>
                    <a:pt x="406400" y="865337"/>
                  </a:cubicBezTo>
                  <a:cubicBezTo>
                    <a:pt x="630849" y="865337"/>
                    <a:pt x="812800" y="671625"/>
                    <a:pt x="812800" y="432669"/>
                  </a:cubicBezTo>
                  <a:cubicBezTo>
                    <a:pt x="812800" y="193712"/>
                    <a:pt x="630849" y="0"/>
                    <a:pt x="406400"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18" name="TextBox 18"/>
            <p:cNvSpPr txBox="1"/>
            <p:nvPr/>
          </p:nvSpPr>
          <p:spPr>
            <a:xfrm>
              <a:off x="76200" y="52550"/>
              <a:ext cx="660400" cy="731661"/>
            </a:xfrm>
            <a:prstGeom prst="rect">
              <a:avLst/>
            </a:prstGeom>
          </p:spPr>
          <p:txBody>
            <a:bodyPr lIns="50800" tIns="50800" rIns="50800" bIns="50800" rtlCol="0" anchor="ctr"/>
            <a:lstStyle/>
            <a:p>
              <a:pPr algn="ctr">
                <a:lnSpc>
                  <a:spcPts val="2659"/>
                </a:lnSpc>
              </a:pPr>
              <a:endParaRPr/>
            </a:p>
          </p:txBody>
        </p:sp>
      </p:grpSp>
      <p:sp>
        <p:nvSpPr>
          <p:cNvPr id="19" name="TextBox 5">
            <a:extLst>
              <a:ext uri="{FF2B5EF4-FFF2-40B4-BE49-F238E27FC236}">
                <a16:creationId xmlns:a16="http://schemas.microsoft.com/office/drawing/2014/main" id="{676897FE-EF6E-5372-D9B0-0F0E286B6956}"/>
              </a:ext>
            </a:extLst>
          </p:cNvPr>
          <p:cNvSpPr txBox="1"/>
          <p:nvPr/>
        </p:nvSpPr>
        <p:spPr>
          <a:xfrm>
            <a:off x="17180974" y="-160731"/>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sym typeface="Canva Sans Bold"/>
              </a:rPr>
              <a:t>06</a:t>
            </a:r>
          </a:p>
        </p:txBody>
      </p:sp>
      <p:sp>
        <p:nvSpPr>
          <p:cNvPr id="20" name="Freeform 11">
            <a:extLst>
              <a:ext uri="{FF2B5EF4-FFF2-40B4-BE49-F238E27FC236}">
                <a16:creationId xmlns:a16="http://schemas.microsoft.com/office/drawing/2014/main" id="{6AE81FE9-C7F4-CDD1-5726-2853E871250F}"/>
              </a:ext>
            </a:extLst>
          </p:cNvPr>
          <p:cNvSpPr/>
          <p:nvPr/>
        </p:nvSpPr>
        <p:spPr>
          <a:xfrm>
            <a:off x="14906926" y="1501694"/>
            <a:ext cx="2726142" cy="1533455"/>
          </a:xfrm>
          <a:custGeom>
            <a:avLst/>
            <a:gdLst/>
            <a:ahLst/>
            <a:cxnLst/>
            <a:rect l="l" t="t" r="r" b="b"/>
            <a:pathLst>
              <a:path w="2726142" h="1533455">
                <a:moveTo>
                  <a:pt x="0" y="0"/>
                </a:moveTo>
                <a:lnTo>
                  <a:pt x="2726141" y="0"/>
                </a:lnTo>
                <a:lnTo>
                  <a:pt x="2726141" y="1533455"/>
                </a:lnTo>
                <a:lnTo>
                  <a:pt x="0" y="1533455"/>
                </a:lnTo>
                <a:lnTo>
                  <a:pt x="0" y="0"/>
                </a:lnTo>
                <a:close/>
              </a:path>
            </a:pathLst>
          </a:custGeom>
          <a:blipFill>
            <a:blip r:embed="rId24"/>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459762" y="1533846"/>
            <a:ext cx="7994088" cy="7994088"/>
          </a:xfrm>
          <a:custGeom>
            <a:avLst/>
            <a:gdLst/>
            <a:ahLst/>
            <a:cxnLst/>
            <a:rect l="l" t="t" r="r" b="b"/>
            <a:pathLst>
              <a:path w="7994088" h="7994088">
                <a:moveTo>
                  <a:pt x="0" y="0"/>
                </a:moveTo>
                <a:lnTo>
                  <a:pt x="7994088" y="0"/>
                </a:lnTo>
                <a:lnTo>
                  <a:pt x="7994088" y="7994088"/>
                </a:lnTo>
                <a:lnTo>
                  <a:pt x="0" y="7994088"/>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931689" y="1914515"/>
            <a:ext cx="16746711" cy="7463582"/>
          </a:xfrm>
          <a:prstGeom prst="rect">
            <a:avLst/>
          </a:prstGeom>
        </p:spPr>
        <p:txBody>
          <a:bodyPr wrap="square" lIns="0" tIns="0" rIns="0" bIns="0" rtlCol="0" anchor="t">
            <a:spAutoFit/>
          </a:bodyPr>
          <a:lstStyle/>
          <a:p>
            <a:pPr marL="571500" marR="0" lvl="0" indent="-571500" algn="just" defTabSz="914400" rtl="0" eaLnBrk="0" fontAlgn="base" latinLnBrk="0" hangingPunct="0">
              <a:spcBef>
                <a:spcPts val="1800"/>
              </a:spcBef>
              <a:spcAft>
                <a:spcPct val="0"/>
              </a:spcAft>
              <a:buClrTx/>
              <a:buSzTx/>
              <a:buFont typeface="Arial" panose="020B0604020202020204" pitchFamily="34" charset="0"/>
              <a:buChar char="•"/>
              <a:tabLst/>
            </a:pPr>
            <a:r>
              <a:rPr lang="en-US" sz="4000" dirty="0">
                <a:latin typeface="Times New Roman" panose="02020603050405020304" pitchFamily="18" charset="0"/>
                <a:cs typeface="Times New Roman" panose="02020603050405020304" pitchFamily="18" charset="0"/>
              </a:rPr>
              <a:t>Install IoT sensors in waste bins and use driver’s phone location tracking to collect real-time data on fill levels and truck locations, testing in controlled environments for accuracy.</a:t>
            </a:r>
          </a:p>
          <a:p>
            <a:pPr marL="571500" marR="0" lvl="0" indent="-571500" algn="just" defTabSz="914400" rtl="0" eaLnBrk="0" fontAlgn="base" latinLnBrk="0" hangingPunct="0">
              <a:spcBef>
                <a:spcPts val="180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Gather historical and real-time waste collection data from municipal records and field observations to train AI algorithms for route optimization. </a:t>
            </a:r>
          </a:p>
          <a:p>
            <a:pPr marL="571500" marR="0" lvl="0" indent="-571500" algn="just" defTabSz="914400" rtl="0" eaLnBrk="0" fontAlgn="base" latinLnBrk="0" hangingPunct="0">
              <a:spcBef>
                <a:spcPts val="180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Conduct interviews and surveys with residents and administrators to define application requirements, followed by usability testing sessions to ensure effective notification delivery. </a:t>
            </a:r>
          </a:p>
          <a:p>
            <a:pPr marL="571500" marR="0" lvl="0" indent="-571500" algn="just" defTabSz="914400" rtl="0" eaLnBrk="0" fontAlgn="base" latinLnBrk="0" hangingPunct="0">
              <a:spcBef>
                <a:spcPts val="180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request processing within the application and establish response protocols with collection teams, testing with a small user group before full implementation. </a:t>
            </a:r>
          </a:p>
        </p:txBody>
      </p:sp>
      <p:sp>
        <p:nvSpPr>
          <p:cNvPr id="4" name="TextBox 4"/>
          <p:cNvSpPr txBox="1"/>
          <p:nvPr/>
        </p:nvSpPr>
        <p:spPr>
          <a:xfrm>
            <a:off x="6280754" y="323907"/>
            <a:ext cx="6352104" cy="872034"/>
          </a:xfrm>
          <a:prstGeom prst="rect">
            <a:avLst/>
          </a:prstGeom>
        </p:spPr>
        <p:txBody>
          <a:bodyPr lIns="0" tIns="0" rIns="0" bIns="0" rtlCol="0" anchor="t">
            <a:spAutoFit/>
          </a:bodyPr>
          <a:lstStyle/>
          <a:p>
            <a:pPr algn="ctr">
              <a:lnSpc>
                <a:spcPts val="6839"/>
              </a:lnSpc>
              <a:spcBef>
                <a:spcPct val="0"/>
              </a:spcBef>
            </a:pPr>
            <a:r>
              <a:rPr lang="en-US" sz="60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METHODOLOGY</a:t>
            </a:r>
          </a:p>
        </p:txBody>
      </p:sp>
      <p:grpSp>
        <p:nvGrpSpPr>
          <p:cNvPr id="6" name="Group 6"/>
          <p:cNvGrpSpPr/>
          <p:nvPr/>
        </p:nvGrpSpPr>
        <p:grpSpPr>
          <a:xfrm rot="3020431">
            <a:off x="-7860963" y="-6169905"/>
            <a:ext cx="10409832" cy="8027143"/>
            <a:chOff x="0" y="0"/>
            <a:chExt cx="1054063" cy="812800"/>
          </a:xfrm>
        </p:grpSpPr>
        <p:sp>
          <p:nvSpPr>
            <p:cNvPr id="7" name="Freeform 7"/>
            <p:cNvSpPr/>
            <p:nvPr/>
          </p:nvSpPr>
          <p:spPr>
            <a:xfrm>
              <a:off x="0" y="0"/>
              <a:ext cx="1054063" cy="812800"/>
            </a:xfrm>
            <a:custGeom>
              <a:avLst/>
              <a:gdLst/>
              <a:ahLst/>
              <a:cxnLst/>
              <a:rect l="l" t="t" r="r" b="b"/>
              <a:pathLst>
                <a:path w="1054063" h="812800">
                  <a:moveTo>
                    <a:pt x="527031" y="0"/>
                  </a:moveTo>
                  <a:cubicBezTo>
                    <a:pt x="235960" y="0"/>
                    <a:pt x="0" y="181951"/>
                    <a:pt x="0" y="406400"/>
                  </a:cubicBezTo>
                  <a:cubicBezTo>
                    <a:pt x="0" y="630849"/>
                    <a:pt x="235960" y="812800"/>
                    <a:pt x="527031" y="812800"/>
                  </a:cubicBezTo>
                  <a:cubicBezTo>
                    <a:pt x="818103" y="812800"/>
                    <a:pt x="1054063" y="630849"/>
                    <a:pt x="1054063" y="406400"/>
                  </a:cubicBezTo>
                  <a:cubicBezTo>
                    <a:pt x="1054063" y="181951"/>
                    <a:pt x="818103" y="0"/>
                    <a:pt x="527031"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8" name="TextBox 8"/>
            <p:cNvSpPr txBox="1"/>
            <p:nvPr/>
          </p:nvSpPr>
          <p:spPr>
            <a:xfrm>
              <a:off x="98818" y="47625"/>
              <a:ext cx="856426" cy="688975"/>
            </a:xfrm>
            <a:prstGeom prst="rect">
              <a:avLst/>
            </a:prstGeom>
          </p:spPr>
          <p:txBody>
            <a:bodyPr lIns="50800" tIns="50800" rIns="50800" bIns="50800" rtlCol="0" anchor="ctr"/>
            <a:lstStyle/>
            <a:p>
              <a:pPr algn="ctr">
                <a:lnSpc>
                  <a:spcPts val="2659"/>
                </a:lnSpc>
              </a:pPr>
              <a:endParaRPr/>
            </a:p>
          </p:txBody>
        </p:sp>
      </p:grpSp>
      <p:sp>
        <p:nvSpPr>
          <p:cNvPr id="9" name="TextBox 5">
            <a:extLst>
              <a:ext uri="{FF2B5EF4-FFF2-40B4-BE49-F238E27FC236}">
                <a16:creationId xmlns:a16="http://schemas.microsoft.com/office/drawing/2014/main" id="{FF5E1F24-89D1-4344-C308-C6F3131370B4}"/>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B9058-299C-F77F-01CB-E8B19042AE1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4D662A-16D1-2D92-5C39-77121A8EFF6D}"/>
              </a:ext>
            </a:extLst>
          </p:cNvPr>
          <p:cNvSpPr/>
          <p:nvPr/>
        </p:nvSpPr>
        <p:spPr>
          <a:xfrm>
            <a:off x="5459762" y="1533846"/>
            <a:ext cx="7994088" cy="7994088"/>
          </a:xfrm>
          <a:custGeom>
            <a:avLst/>
            <a:gdLst/>
            <a:ahLst/>
            <a:cxnLst/>
            <a:rect l="l" t="t" r="r" b="b"/>
            <a:pathLst>
              <a:path w="7994088" h="7994088">
                <a:moveTo>
                  <a:pt x="0" y="0"/>
                </a:moveTo>
                <a:lnTo>
                  <a:pt x="7994088" y="0"/>
                </a:lnTo>
                <a:lnTo>
                  <a:pt x="7994088" y="7994088"/>
                </a:lnTo>
                <a:lnTo>
                  <a:pt x="0" y="7994088"/>
                </a:lnTo>
                <a:lnTo>
                  <a:pt x="0" y="0"/>
                </a:lnTo>
                <a:close/>
              </a:path>
            </a:pathLst>
          </a:custGeom>
          <a:blipFill>
            <a:blip r:embed="rId3">
              <a:alphaModFix amt="1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TextBox 3">
            <a:extLst>
              <a:ext uri="{FF2B5EF4-FFF2-40B4-BE49-F238E27FC236}">
                <a16:creationId xmlns:a16="http://schemas.microsoft.com/office/drawing/2014/main" id="{4A8A2EB3-AB2A-0F33-8E1B-26D377B96029}"/>
              </a:ext>
            </a:extLst>
          </p:cNvPr>
          <p:cNvSpPr txBox="1"/>
          <p:nvPr/>
        </p:nvSpPr>
        <p:spPr>
          <a:xfrm>
            <a:off x="491779" y="2027217"/>
            <a:ext cx="17304441" cy="6001643"/>
          </a:xfrm>
          <a:prstGeom prst="rect">
            <a:avLst/>
          </a:prstGeom>
        </p:spPr>
        <p:txBody>
          <a:bodyPr wrap="square" lIns="0" tIns="0" rIns="0" bIns="0" rtlCol="0" anchor="t">
            <a:spAutoFit/>
          </a:bodyPr>
          <a:lstStyle/>
          <a:p>
            <a:pPr marL="571500" marR="0" lvl="0" indent="-571500" algn="just" defTabSz="914400" rtl="0" eaLnBrk="0" fontAlgn="base" latinLnBrk="0" hangingPunct="0">
              <a:lnSpc>
                <a:spcPct val="100000"/>
              </a:lnSpc>
              <a:spcBef>
                <a:spcPts val="180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 feedback through surveys and interviews with residents to design the community sharing feature, followed by prototype testing to ensure user-friendliness. </a:t>
            </a:r>
          </a:p>
          <a:p>
            <a:pPr marL="571500" marR="0" lvl="0" indent="-571500" algn="just" defTabSz="914400" rtl="0" eaLnBrk="0" fontAlgn="base" latinLnBrk="0" hangingPunct="0">
              <a:lnSpc>
                <a:spcPct val="100000"/>
              </a:lnSpc>
              <a:spcBef>
                <a:spcPts val="180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waste segregation guides in collaboration with environmental experts, delivering them via the app as visuals and brief instructions reviewed by users for clarity. </a:t>
            </a:r>
          </a:p>
          <a:p>
            <a:pPr marL="571500" marR="0" lvl="0" indent="-571500" algn="just" defTabSz="914400" rtl="0" eaLnBrk="0" fontAlgn="base" latinLnBrk="0" hangingPunct="0">
              <a:lnSpc>
                <a:spcPct val="100000"/>
              </a:lnSpc>
              <a:spcBef>
                <a:spcPts val="1800"/>
              </a:spcBef>
              <a:spcAft>
                <a:spcPct val="0"/>
              </a:spcAft>
              <a:buClrTx/>
              <a:buSzTx/>
              <a:buFont typeface="Arial" panose="020B0604020202020204" pitchFamily="34" charset="0"/>
              <a:buChar char="•"/>
              <a:tabLst/>
            </a:pPr>
            <a: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reporting system based on consultations with residents and authorities, incorporating features like photo uploads and location tagging, tested in real scenarios. </a:t>
            </a:r>
          </a:p>
        </p:txBody>
      </p:sp>
      <p:sp>
        <p:nvSpPr>
          <p:cNvPr id="4" name="TextBox 4">
            <a:extLst>
              <a:ext uri="{FF2B5EF4-FFF2-40B4-BE49-F238E27FC236}">
                <a16:creationId xmlns:a16="http://schemas.microsoft.com/office/drawing/2014/main" id="{68F6A76B-3258-8134-FD07-A06D49310C01}"/>
              </a:ext>
            </a:extLst>
          </p:cNvPr>
          <p:cNvSpPr txBox="1"/>
          <p:nvPr/>
        </p:nvSpPr>
        <p:spPr>
          <a:xfrm>
            <a:off x="4596183" y="354767"/>
            <a:ext cx="9721246" cy="872034"/>
          </a:xfrm>
          <a:prstGeom prst="rect">
            <a:avLst/>
          </a:prstGeom>
        </p:spPr>
        <p:txBody>
          <a:bodyPr wrap="square" lIns="0" tIns="0" rIns="0" bIns="0" rtlCol="0" anchor="t">
            <a:spAutoFit/>
          </a:bodyPr>
          <a:lstStyle/>
          <a:p>
            <a:pPr algn="ctr">
              <a:lnSpc>
                <a:spcPts val="6839"/>
              </a:lnSpc>
              <a:spcBef>
                <a:spcPct val="0"/>
              </a:spcBef>
            </a:pPr>
            <a:r>
              <a:rPr lang="en-US" sz="6000" b="1" dirty="0">
                <a:solidFill>
                  <a:srgbClr val="000000"/>
                </a:solidFill>
                <a:latin typeface="Times New Roman" panose="02020603050405020304" pitchFamily="18" charset="0"/>
                <a:ea typeface="Times New Roman Bold Italics"/>
                <a:cs typeface="Times New Roman" panose="02020603050405020304" pitchFamily="18" charset="0"/>
                <a:sym typeface="Times New Roman Bold Italics"/>
              </a:rPr>
              <a:t>METHODOLOGY CONT.</a:t>
            </a:r>
          </a:p>
        </p:txBody>
      </p:sp>
      <p:grpSp>
        <p:nvGrpSpPr>
          <p:cNvPr id="6" name="Group 6">
            <a:extLst>
              <a:ext uri="{FF2B5EF4-FFF2-40B4-BE49-F238E27FC236}">
                <a16:creationId xmlns:a16="http://schemas.microsoft.com/office/drawing/2014/main" id="{750EE229-E781-91E7-2A3C-7B9BB8D7E71A}"/>
              </a:ext>
            </a:extLst>
          </p:cNvPr>
          <p:cNvGrpSpPr/>
          <p:nvPr/>
        </p:nvGrpSpPr>
        <p:grpSpPr>
          <a:xfrm rot="3020431">
            <a:off x="-7860963" y="-6169905"/>
            <a:ext cx="10409832" cy="8027143"/>
            <a:chOff x="0" y="0"/>
            <a:chExt cx="1054063" cy="812800"/>
          </a:xfrm>
        </p:grpSpPr>
        <p:sp>
          <p:nvSpPr>
            <p:cNvPr id="7" name="Freeform 7">
              <a:extLst>
                <a:ext uri="{FF2B5EF4-FFF2-40B4-BE49-F238E27FC236}">
                  <a16:creationId xmlns:a16="http://schemas.microsoft.com/office/drawing/2014/main" id="{0BA83F9F-0F3D-BA6B-ECCB-579EDC7DE5EB}"/>
                </a:ext>
              </a:extLst>
            </p:cNvPr>
            <p:cNvSpPr/>
            <p:nvPr/>
          </p:nvSpPr>
          <p:spPr>
            <a:xfrm>
              <a:off x="0" y="0"/>
              <a:ext cx="1054063" cy="812800"/>
            </a:xfrm>
            <a:custGeom>
              <a:avLst/>
              <a:gdLst/>
              <a:ahLst/>
              <a:cxnLst/>
              <a:rect l="l" t="t" r="r" b="b"/>
              <a:pathLst>
                <a:path w="1054063" h="812800">
                  <a:moveTo>
                    <a:pt x="527031" y="0"/>
                  </a:moveTo>
                  <a:cubicBezTo>
                    <a:pt x="235960" y="0"/>
                    <a:pt x="0" y="181951"/>
                    <a:pt x="0" y="406400"/>
                  </a:cubicBezTo>
                  <a:cubicBezTo>
                    <a:pt x="0" y="630849"/>
                    <a:pt x="235960" y="812800"/>
                    <a:pt x="527031" y="812800"/>
                  </a:cubicBezTo>
                  <a:cubicBezTo>
                    <a:pt x="818103" y="812800"/>
                    <a:pt x="1054063" y="630849"/>
                    <a:pt x="1054063" y="406400"/>
                  </a:cubicBezTo>
                  <a:cubicBezTo>
                    <a:pt x="1054063" y="181951"/>
                    <a:pt x="818103" y="0"/>
                    <a:pt x="527031"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8" name="TextBox 8">
              <a:extLst>
                <a:ext uri="{FF2B5EF4-FFF2-40B4-BE49-F238E27FC236}">
                  <a16:creationId xmlns:a16="http://schemas.microsoft.com/office/drawing/2014/main" id="{4BC664B7-7D29-614A-FF57-D60AD02DD362}"/>
                </a:ext>
              </a:extLst>
            </p:cNvPr>
            <p:cNvSpPr txBox="1"/>
            <p:nvPr/>
          </p:nvSpPr>
          <p:spPr>
            <a:xfrm>
              <a:off x="98818" y="47625"/>
              <a:ext cx="856426" cy="688975"/>
            </a:xfrm>
            <a:prstGeom prst="rect">
              <a:avLst/>
            </a:prstGeom>
          </p:spPr>
          <p:txBody>
            <a:bodyPr lIns="50800" tIns="50800" rIns="50800" bIns="50800" rtlCol="0" anchor="ctr"/>
            <a:lstStyle/>
            <a:p>
              <a:pPr algn="ctr">
                <a:lnSpc>
                  <a:spcPts val="2659"/>
                </a:lnSpc>
              </a:pPr>
              <a:endParaRPr/>
            </a:p>
          </p:txBody>
        </p:sp>
      </p:grpSp>
      <p:sp>
        <p:nvSpPr>
          <p:cNvPr id="9" name="TextBox 5">
            <a:extLst>
              <a:ext uri="{FF2B5EF4-FFF2-40B4-BE49-F238E27FC236}">
                <a16:creationId xmlns:a16="http://schemas.microsoft.com/office/drawing/2014/main" id="{F7113829-CBCA-1A26-9962-81D3D0A90004}"/>
              </a:ext>
            </a:extLst>
          </p:cNvPr>
          <p:cNvSpPr txBox="1"/>
          <p:nvPr/>
        </p:nvSpPr>
        <p:spPr>
          <a:xfrm>
            <a:off x="17146561" y="-215416"/>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ea typeface="Canva Sans Bold"/>
                <a:cs typeface="Canva Sans Bold"/>
                <a:sym typeface="Canva Sans Bold"/>
              </a:rPr>
              <a:t>08</a:t>
            </a:r>
          </a:p>
        </p:txBody>
      </p:sp>
    </p:spTree>
    <p:extLst>
      <p:ext uri="{BB962C8B-B14F-4D97-AF65-F5344CB8AC3E}">
        <p14:creationId xmlns:p14="http://schemas.microsoft.com/office/powerpoint/2010/main" val="3910825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8A535-8A2D-81C1-6AE4-2726E94010F8}"/>
            </a:ext>
          </a:extLst>
        </p:cNvPr>
        <p:cNvGrpSpPr/>
        <p:nvPr/>
      </p:nvGrpSpPr>
      <p:grpSpPr>
        <a:xfrm>
          <a:off x="0" y="0"/>
          <a:ext cx="0" cy="0"/>
          <a:chOff x="0" y="0"/>
          <a:chExt cx="0" cy="0"/>
        </a:xfrm>
      </p:grpSpPr>
      <p:sp>
        <p:nvSpPr>
          <p:cNvPr id="14" name="TextBox 14">
            <a:extLst>
              <a:ext uri="{FF2B5EF4-FFF2-40B4-BE49-F238E27FC236}">
                <a16:creationId xmlns:a16="http://schemas.microsoft.com/office/drawing/2014/main" id="{009F4E86-6928-518F-219B-3FE0EA1CD646}"/>
              </a:ext>
            </a:extLst>
          </p:cNvPr>
          <p:cNvSpPr txBox="1"/>
          <p:nvPr/>
        </p:nvSpPr>
        <p:spPr>
          <a:xfrm>
            <a:off x="3276599" y="172795"/>
            <a:ext cx="11963401" cy="949812"/>
          </a:xfrm>
          <a:prstGeom prst="rect">
            <a:avLst/>
          </a:prstGeom>
        </p:spPr>
        <p:txBody>
          <a:bodyPr wrap="square" lIns="0" tIns="0" rIns="0" bIns="0" rtlCol="0" anchor="t">
            <a:spAutoFit/>
          </a:bodyPr>
          <a:lstStyle/>
          <a:p>
            <a:pPr algn="ctr">
              <a:lnSpc>
                <a:spcPts val="7977"/>
              </a:lnSpc>
              <a:spcBef>
                <a:spcPct val="0"/>
              </a:spcBef>
            </a:pPr>
            <a:r>
              <a:rPr lang="en-US" sz="6000" b="1" dirty="0">
                <a:solidFill>
                  <a:srgbClr val="000000"/>
                </a:solidFill>
                <a:latin typeface="Times New Roman" panose="02020603050405020304" pitchFamily="18" charset="0"/>
                <a:ea typeface="Times New Roman Bold"/>
                <a:cs typeface="Times New Roman" panose="02020603050405020304" pitchFamily="18" charset="0"/>
                <a:sym typeface="Times New Roman Bold"/>
              </a:rPr>
              <a:t>PROJECT COMPLETED SO FAR</a:t>
            </a:r>
          </a:p>
        </p:txBody>
      </p:sp>
      <p:grpSp>
        <p:nvGrpSpPr>
          <p:cNvPr id="16" name="Group 16">
            <a:extLst>
              <a:ext uri="{FF2B5EF4-FFF2-40B4-BE49-F238E27FC236}">
                <a16:creationId xmlns:a16="http://schemas.microsoft.com/office/drawing/2014/main" id="{21E9026D-04CB-7332-6503-AEC3A1A495CD}"/>
              </a:ext>
            </a:extLst>
          </p:cNvPr>
          <p:cNvGrpSpPr/>
          <p:nvPr/>
        </p:nvGrpSpPr>
        <p:grpSpPr>
          <a:xfrm rot="3020431">
            <a:off x="16406362" y="-7089290"/>
            <a:ext cx="10088171" cy="10740242"/>
            <a:chOff x="0" y="0"/>
            <a:chExt cx="812800" cy="865337"/>
          </a:xfrm>
        </p:grpSpPr>
        <p:sp>
          <p:nvSpPr>
            <p:cNvPr id="17" name="Freeform 17">
              <a:extLst>
                <a:ext uri="{FF2B5EF4-FFF2-40B4-BE49-F238E27FC236}">
                  <a16:creationId xmlns:a16="http://schemas.microsoft.com/office/drawing/2014/main" id="{80DD05D5-035B-C29C-1ACC-C557118C9D91}"/>
                </a:ext>
              </a:extLst>
            </p:cNvPr>
            <p:cNvSpPr/>
            <p:nvPr/>
          </p:nvSpPr>
          <p:spPr>
            <a:xfrm>
              <a:off x="0" y="0"/>
              <a:ext cx="812800" cy="865337"/>
            </a:xfrm>
            <a:custGeom>
              <a:avLst/>
              <a:gdLst/>
              <a:ahLst/>
              <a:cxnLst/>
              <a:rect l="l" t="t" r="r" b="b"/>
              <a:pathLst>
                <a:path w="812800" h="865337">
                  <a:moveTo>
                    <a:pt x="406400" y="0"/>
                  </a:moveTo>
                  <a:cubicBezTo>
                    <a:pt x="181951" y="0"/>
                    <a:pt x="0" y="193712"/>
                    <a:pt x="0" y="432669"/>
                  </a:cubicBezTo>
                  <a:cubicBezTo>
                    <a:pt x="0" y="671625"/>
                    <a:pt x="181951" y="865337"/>
                    <a:pt x="406400" y="865337"/>
                  </a:cubicBezTo>
                  <a:cubicBezTo>
                    <a:pt x="630849" y="865337"/>
                    <a:pt x="812800" y="671625"/>
                    <a:pt x="812800" y="432669"/>
                  </a:cubicBezTo>
                  <a:cubicBezTo>
                    <a:pt x="812800" y="193712"/>
                    <a:pt x="630849" y="0"/>
                    <a:pt x="406400" y="0"/>
                  </a:cubicBezTo>
                  <a:close/>
                </a:path>
              </a:pathLst>
            </a:custGeom>
            <a:solidFill>
              <a:srgbClr val="000000">
                <a:alpha val="0"/>
              </a:srgbClr>
            </a:solidFill>
            <a:ln w="514350" cap="sq">
              <a:solidFill>
                <a:srgbClr val="2247F4">
                  <a:alpha val="11765"/>
                </a:srgbClr>
              </a:solidFill>
              <a:prstDash val="solid"/>
              <a:miter/>
            </a:ln>
          </p:spPr>
          <p:txBody>
            <a:bodyPr/>
            <a:lstStyle/>
            <a:p>
              <a:endParaRPr lang="en-US"/>
            </a:p>
          </p:txBody>
        </p:sp>
        <p:sp>
          <p:nvSpPr>
            <p:cNvPr id="18" name="TextBox 18">
              <a:extLst>
                <a:ext uri="{FF2B5EF4-FFF2-40B4-BE49-F238E27FC236}">
                  <a16:creationId xmlns:a16="http://schemas.microsoft.com/office/drawing/2014/main" id="{2A96AC83-6558-8641-A092-8DCAFD01FB40}"/>
                </a:ext>
              </a:extLst>
            </p:cNvPr>
            <p:cNvSpPr txBox="1"/>
            <p:nvPr/>
          </p:nvSpPr>
          <p:spPr>
            <a:xfrm>
              <a:off x="76200" y="52550"/>
              <a:ext cx="660400" cy="731661"/>
            </a:xfrm>
            <a:prstGeom prst="rect">
              <a:avLst/>
            </a:prstGeom>
          </p:spPr>
          <p:txBody>
            <a:bodyPr lIns="50800" tIns="50800" rIns="50800" bIns="50800" rtlCol="0" anchor="ctr"/>
            <a:lstStyle/>
            <a:p>
              <a:pPr algn="ctr">
                <a:lnSpc>
                  <a:spcPts val="2659"/>
                </a:lnSpc>
              </a:pPr>
              <a:endParaRPr/>
            </a:p>
          </p:txBody>
        </p:sp>
      </p:grpSp>
      <p:sp>
        <p:nvSpPr>
          <p:cNvPr id="19" name="TextBox 5">
            <a:extLst>
              <a:ext uri="{FF2B5EF4-FFF2-40B4-BE49-F238E27FC236}">
                <a16:creationId xmlns:a16="http://schemas.microsoft.com/office/drawing/2014/main" id="{6082D6C6-A0EF-0D08-567C-A9124F679835}"/>
              </a:ext>
            </a:extLst>
          </p:cNvPr>
          <p:cNvSpPr txBox="1"/>
          <p:nvPr/>
        </p:nvSpPr>
        <p:spPr>
          <a:xfrm>
            <a:off x="17180974" y="-160731"/>
            <a:ext cx="1107026" cy="1072666"/>
          </a:xfrm>
          <a:prstGeom prst="rect">
            <a:avLst/>
          </a:prstGeom>
        </p:spPr>
        <p:txBody>
          <a:bodyPr lIns="0" tIns="0" rIns="0" bIns="0" rtlCol="0" anchor="t">
            <a:spAutoFit/>
          </a:bodyPr>
          <a:lstStyle/>
          <a:p>
            <a:pPr algn="ctr">
              <a:lnSpc>
                <a:spcPts val="9470"/>
              </a:lnSpc>
            </a:pPr>
            <a:r>
              <a:rPr lang="en-US" sz="4800" b="1" dirty="0">
                <a:solidFill>
                  <a:srgbClr val="000000"/>
                </a:solidFill>
                <a:latin typeface="Canva Sans Bold"/>
                <a:sym typeface="Canva Sans Bold"/>
              </a:rPr>
              <a:t>09</a:t>
            </a:r>
          </a:p>
        </p:txBody>
      </p:sp>
      <p:graphicFrame>
        <p:nvGraphicFramePr>
          <p:cNvPr id="21" name="Table 20">
            <a:extLst>
              <a:ext uri="{FF2B5EF4-FFF2-40B4-BE49-F238E27FC236}">
                <a16:creationId xmlns:a16="http://schemas.microsoft.com/office/drawing/2014/main" id="{8C61FA54-8DC7-146D-28A5-95ED8D1FFCCA}"/>
              </a:ext>
            </a:extLst>
          </p:cNvPr>
          <p:cNvGraphicFramePr>
            <a:graphicFrameLocks noGrp="1"/>
          </p:cNvGraphicFramePr>
          <p:nvPr>
            <p:extLst>
              <p:ext uri="{D42A27DB-BD31-4B8C-83A1-F6EECF244321}">
                <p14:modId xmlns:p14="http://schemas.microsoft.com/office/powerpoint/2010/main" val="2067980929"/>
              </p:ext>
            </p:extLst>
          </p:nvPr>
        </p:nvGraphicFramePr>
        <p:xfrm>
          <a:off x="609600" y="1408106"/>
          <a:ext cx="17297400" cy="8231193"/>
        </p:xfrm>
        <a:graphic>
          <a:graphicData uri="http://schemas.openxmlformats.org/drawingml/2006/table">
            <a:tbl>
              <a:tblPr firstRow="1" bandRow="1">
                <a:tableStyleId>{5C22544A-7EE6-4342-B048-85BDC9FD1C3A}</a:tableStyleId>
              </a:tblPr>
              <a:tblGrid>
                <a:gridCol w="6611450">
                  <a:extLst>
                    <a:ext uri="{9D8B030D-6E8A-4147-A177-3AD203B41FA5}">
                      <a16:colId xmlns:a16="http://schemas.microsoft.com/office/drawing/2014/main" val="3422888884"/>
                    </a:ext>
                  </a:extLst>
                </a:gridCol>
                <a:gridCol w="9211740">
                  <a:extLst>
                    <a:ext uri="{9D8B030D-6E8A-4147-A177-3AD203B41FA5}">
                      <a16:colId xmlns:a16="http://schemas.microsoft.com/office/drawing/2014/main" val="2586594695"/>
                    </a:ext>
                  </a:extLst>
                </a:gridCol>
                <a:gridCol w="1474210">
                  <a:extLst>
                    <a:ext uri="{9D8B030D-6E8A-4147-A177-3AD203B41FA5}">
                      <a16:colId xmlns:a16="http://schemas.microsoft.com/office/drawing/2014/main" val="1131635287"/>
                    </a:ext>
                  </a:extLst>
                </a:gridCol>
              </a:tblGrid>
              <a:tr h="959336">
                <a:tc>
                  <a:txBody>
                    <a:bodyPr/>
                    <a:lstStyle/>
                    <a:p>
                      <a:pPr algn="l">
                        <a:lnSpc>
                          <a:spcPct val="100000"/>
                        </a:lnSpc>
                      </a:pPr>
                      <a:r>
                        <a:rPr lang="en-US" sz="4000" dirty="0">
                          <a:latin typeface="Times New Roman" panose="02020603050405020304" pitchFamily="18" charset="0"/>
                          <a:cs typeface="Times New Roman" panose="02020603050405020304" pitchFamily="18" charset="0"/>
                        </a:rPr>
                        <a:t>Functional Requirements</a:t>
                      </a:r>
                    </a:p>
                  </a:txBody>
                  <a:tcPr/>
                </a:tc>
                <a:tc>
                  <a:txBody>
                    <a:bodyPr/>
                    <a:lstStyle/>
                    <a:p>
                      <a:pPr algn="l">
                        <a:lnSpc>
                          <a:spcPct val="100000"/>
                        </a:lnSpc>
                      </a:pPr>
                      <a:r>
                        <a:rPr lang="en-US" sz="4000" dirty="0">
                          <a:latin typeface="Times New Roman" panose="02020603050405020304" pitchFamily="18" charset="0"/>
                          <a:cs typeface="Times New Roman" panose="02020603050405020304" pitchFamily="18" charset="0"/>
                        </a:rPr>
                        <a:t>Description</a:t>
                      </a:r>
                    </a:p>
                  </a:txBody>
                  <a:tcPr/>
                </a:tc>
                <a:tc>
                  <a:txBody>
                    <a:bodyPr/>
                    <a:lstStyle/>
                    <a:p>
                      <a:pPr algn="ctr">
                        <a:lnSpc>
                          <a:spcPct val="100000"/>
                        </a:lnSpc>
                      </a:pPr>
                      <a:r>
                        <a:rPr lang="en-US" sz="4000" dirty="0"/>
                        <a:t>PR 1</a:t>
                      </a:r>
                      <a:endParaRPr lang="en-US" sz="4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4028600"/>
                  </a:ext>
                </a:extLst>
              </a:tr>
              <a:tr h="787596">
                <a:tc>
                  <a:txBody>
                    <a:bodyPr/>
                    <a:lstStyle/>
                    <a:p>
                      <a:pPr marL="0" algn="l" rtl="0" eaLnBrk="1" fontAlgn="ctr" latinLnBrk="0" hangingPunct="1">
                        <a:lnSpc>
                          <a:spcPct val="100000"/>
                        </a:lnSpc>
                        <a:buNone/>
                      </a:pPr>
                      <a:r>
                        <a:rPr lang="en-US" sz="3600" b="1" i="0" u="none" strike="noStrike" kern="1200" dirty="0">
                          <a:solidFill>
                            <a:schemeClr val="tx1"/>
                          </a:solidFill>
                          <a:effectLst/>
                          <a:latin typeface="Times New Roman" panose="02020603050405020304" pitchFamily="18" charset="0"/>
                          <a:cs typeface="Times New Roman" panose="02020603050405020304" pitchFamily="18" charset="0"/>
                        </a:rPr>
                        <a:t>Community Sharing</a:t>
                      </a:r>
                      <a:endParaRPr lang="en-US" sz="1600" b="0" i="0" u="none" strike="noStrike" dirty="0">
                        <a:solidFill>
                          <a:schemeClr val="tx1"/>
                        </a:solidFill>
                        <a:effectLst/>
                        <a:latin typeface="Arial" panose="020B0604020202020204" pitchFamily="34" charset="0"/>
                      </a:endParaRPr>
                    </a:p>
                  </a:txBody>
                  <a:tcPr anchor="ctr"/>
                </a:tc>
                <a:tc>
                  <a:txBody>
                    <a:bodyPr/>
                    <a:lstStyle/>
                    <a:p>
                      <a:pPr marL="0" algn="just" defTabSz="914400" rtl="0" eaLnBrk="1" latinLnBrk="0" hangingPunct="1">
                        <a:lnSpc>
                          <a:spcPct val="100000"/>
                        </a:lnSpc>
                      </a:pPr>
                      <a:r>
                        <a:rPr lang="en-US" sz="2800" kern="1200" dirty="0">
                          <a:solidFill>
                            <a:schemeClr val="dk1"/>
                          </a:solidFill>
                          <a:latin typeface="Times New Roman" panose="02020603050405020304" pitchFamily="18" charset="0"/>
                          <a:ea typeface="+mn-ea"/>
                          <a:cs typeface="Times New Roman" panose="02020603050405020304" pitchFamily="18" charset="0"/>
                        </a:rPr>
                        <a:t>Users can post and share reusable items via mobile app</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11416538"/>
                  </a:ext>
                </a:extLst>
              </a:tr>
              <a:tr h="1028728">
                <a:tc>
                  <a:txBody>
                    <a:bodyPr/>
                    <a:lstStyle/>
                    <a:p>
                      <a:pPr marL="0" algn="l" rtl="0" eaLnBrk="1" fontAlgn="ctr" latinLnBrk="0" hangingPunct="1">
                        <a:lnSpc>
                          <a:spcPct val="100000"/>
                        </a:lnSpc>
                        <a:buNone/>
                      </a:pPr>
                      <a:r>
                        <a:rPr lang="en-US" sz="3600" b="1" i="0" u="none" strike="noStrike" kern="1200" dirty="0">
                          <a:solidFill>
                            <a:srgbClr val="000000"/>
                          </a:solidFill>
                          <a:effectLst/>
                          <a:latin typeface="Times New Roman" panose="02020603050405020304" pitchFamily="18" charset="0"/>
                          <a:cs typeface="Times New Roman" panose="02020603050405020304" pitchFamily="18" charset="0"/>
                        </a:rPr>
                        <a:t>Immediate Pickups</a:t>
                      </a:r>
                      <a:endParaRPr lang="en-US" sz="1600" b="0" i="0" u="none" strike="noStrike" dirty="0">
                        <a:effectLst/>
                        <a:latin typeface="Arial" panose="020B0604020202020204" pitchFamily="34" charset="0"/>
                      </a:endParaRPr>
                    </a:p>
                  </a:txBody>
                  <a:tcPr anchor="ctr"/>
                </a:tc>
                <a:tc>
                  <a:txBody>
                    <a:bodyPr/>
                    <a:lstStyle/>
                    <a:p>
                      <a:pPr marL="0" algn="just" defTabSz="914400" rtl="0" eaLnBrk="1" latinLnBrk="0" hangingPunct="1">
                        <a:lnSpc>
                          <a:spcPct val="100000"/>
                        </a:lnSpc>
                      </a:pPr>
                      <a:r>
                        <a:rPr lang="en-US" sz="2800" kern="1200" dirty="0">
                          <a:solidFill>
                            <a:schemeClr val="dk1"/>
                          </a:solidFill>
                          <a:latin typeface="Times New Roman" panose="02020603050405020304" pitchFamily="18" charset="0"/>
                          <a:ea typeface="+mn-ea"/>
                          <a:cs typeface="Times New Roman" panose="02020603050405020304" pitchFamily="18" charset="0"/>
                        </a:rPr>
                        <a:t>Residents can request </a:t>
                      </a:r>
                      <a:r>
                        <a:rPr lang="en-US" sz="2800" kern="1200">
                          <a:solidFill>
                            <a:schemeClr val="dk1"/>
                          </a:solidFill>
                          <a:latin typeface="Times New Roman" panose="02020603050405020304" pitchFamily="18" charset="0"/>
                          <a:ea typeface="+mn-ea"/>
                          <a:cs typeface="Times New Roman" panose="02020603050405020304" pitchFamily="18" charset="0"/>
                        </a:rPr>
                        <a:t>urgent pickups</a:t>
                      </a:r>
                      <a:endParaRPr lang="en-US" sz="2800" kern="1200" dirty="0">
                        <a:solidFill>
                          <a:schemeClr val="dk1"/>
                        </a:solidFill>
                        <a:latin typeface="Times New Roman" panose="02020603050405020304" pitchFamily="18" charset="0"/>
                        <a:ea typeface="+mn-ea"/>
                        <a:cs typeface="Times New Roman" panose="02020603050405020304" pitchFamily="18" charset="0"/>
                      </a:endParaRP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24292494"/>
                  </a:ext>
                </a:extLst>
              </a:tr>
              <a:tr h="10287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latin typeface="Times New Roman" panose="02020603050405020304" pitchFamily="18" charset="0"/>
                          <a:cs typeface="Times New Roman" panose="02020603050405020304" pitchFamily="18" charset="0"/>
                        </a:rPr>
                        <a:t>Waste Collection Monitoring</a:t>
                      </a:r>
                      <a:endParaRPr lang="en-US" sz="3600" dirty="0">
                        <a:latin typeface="Times New Roman" panose="02020603050405020304" pitchFamily="18" charset="0"/>
                        <a:cs typeface="Times New Roman" panose="02020603050405020304" pitchFamily="18" charset="0"/>
                      </a:endParaRPr>
                    </a:p>
                  </a:txBody>
                  <a:tcPr anchor="ctr"/>
                </a:tc>
                <a:tc>
                  <a:txBody>
                    <a:bodyPr/>
                    <a:lstStyle/>
                    <a:p>
                      <a:pPr marL="0" algn="just" defTabSz="914400" rtl="0" eaLnBrk="1" latinLnBrk="0" hangingPunct="1">
                        <a:lnSpc>
                          <a:spcPct val="100000"/>
                        </a:lnSpc>
                      </a:pPr>
                      <a:r>
                        <a:rPr lang="en-US" sz="2800" kern="1200" dirty="0">
                          <a:solidFill>
                            <a:schemeClr val="dk1"/>
                          </a:solidFill>
                          <a:latin typeface="Times New Roman" panose="02020603050405020304" pitchFamily="18" charset="0"/>
                          <a:ea typeface="+mn-ea"/>
                          <a:cs typeface="Times New Roman" panose="02020603050405020304" pitchFamily="18" charset="0"/>
                        </a:rPr>
                        <a:t>IoT-enabled bins send real-time data on fill levels; users can schedule pickups</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13161987"/>
                  </a:ext>
                </a:extLst>
              </a:tr>
              <a:tr h="1044881">
                <a:tc>
                  <a:txBody>
                    <a:bodyPr/>
                    <a:lstStyle/>
                    <a:p>
                      <a:pPr>
                        <a:lnSpc>
                          <a:spcPct val="100000"/>
                        </a:lnSpc>
                      </a:pPr>
                      <a:r>
                        <a:rPr lang="en-US" sz="3600" b="1">
                          <a:latin typeface="Times New Roman" panose="02020603050405020304" pitchFamily="18" charset="0"/>
                          <a:cs typeface="Times New Roman" panose="02020603050405020304" pitchFamily="18" charset="0"/>
                        </a:rPr>
                        <a:t>Route Optimization &amp; Tracking</a:t>
                      </a:r>
                      <a:endParaRPr lang="en-US" sz="3600">
                        <a:latin typeface="Times New Roman" panose="02020603050405020304" pitchFamily="18" charset="0"/>
                        <a:cs typeface="Times New Roman" panose="02020603050405020304" pitchFamily="18" charset="0"/>
                      </a:endParaRPr>
                    </a:p>
                  </a:txBody>
                  <a:tcPr anchor="ctr"/>
                </a:tc>
                <a:tc>
                  <a:txBody>
                    <a:bodyPr/>
                    <a:lstStyle/>
                    <a:p>
                      <a:pPr marL="0" algn="just" defTabSz="914400" rtl="0" eaLnBrk="1" latinLnBrk="0" hangingPunct="1">
                        <a:lnSpc>
                          <a:spcPct val="100000"/>
                        </a:lnSpc>
                      </a:pPr>
                      <a:r>
                        <a:rPr lang="en-US" sz="2800" kern="1200" dirty="0">
                          <a:solidFill>
                            <a:schemeClr val="dk1"/>
                          </a:solidFill>
                          <a:latin typeface="Times New Roman" panose="02020603050405020304" pitchFamily="18" charset="0"/>
                          <a:ea typeface="+mn-ea"/>
                          <a:cs typeface="Times New Roman" panose="02020603050405020304" pitchFamily="18" charset="0"/>
                        </a:rPr>
                        <a:t>System generates optimized routes and updates them based on real-time data</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76782251"/>
                  </a:ext>
                </a:extLst>
              </a:tr>
              <a:tr h="1028728">
                <a:tc>
                  <a:txBody>
                    <a:bodyPr/>
                    <a:lstStyle/>
                    <a:p>
                      <a:pPr>
                        <a:lnSpc>
                          <a:spcPct val="100000"/>
                        </a:lnSpc>
                      </a:pPr>
                      <a:r>
                        <a:rPr lang="en-US" sz="3600" b="1" dirty="0">
                          <a:latin typeface="Times New Roman" panose="02020603050405020304" pitchFamily="18" charset="0"/>
                          <a:cs typeface="Times New Roman" panose="02020603050405020304" pitchFamily="18" charset="0"/>
                        </a:rPr>
                        <a:t>Alerts &amp; Notifications</a:t>
                      </a:r>
                      <a:endParaRPr lang="en-US" sz="3600" dirty="0">
                        <a:latin typeface="Times New Roman" panose="02020603050405020304" pitchFamily="18" charset="0"/>
                        <a:cs typeface="Times New Roman" panose="02020603050405020304" pitchFamily="18" charset="0"/>
                      </a:endParaRPr>
                    </a:p>
                  </a:txBody>
                  <a:tcPr anchor="ctr"/>
                </a:tc>
                <a:tc>
                  <a:txBody>
                    <a:bodyPr/>
                    <a:lstStyle/>
                    <a:p>
                      <a:pPr marL="0" algn="just" defTabSz="914400" rtl="0" eaLnBrk="1" latinLnBrk="0" hangingPunct="1">
                        <a:lnSpc>
                          <a:spcPct val="100000"/>
                        </a:lnSpc>
                      </a:pPr>
                      <a:r>
                        <a:rPr lang="en-US" sz="2800" kern="1200" dirty="0">
                          <a:solidFill>
                            <a:schemeClr val="dk1"/>
                          </a:solidFill>
                          <a:latin typeface="Times New Roman" panose="02020603050405020304" pitchFamily="18" charset="0"/>
                          <a:ea typeface="+mn-ea"/>
                          <a:cs typeface="Times New Roman" panose="02020603050405020304" pitchFamily="18" charset="0"/>
                        </a:rPr>
                        <a:t>Real-time notifications for users and drivers (e.g., pickup times, delays)</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6633513"/>
                  </a:ext>
                </a:extLst>
              </a:tr>
              <a:tr h="1324468">
                <a:tc>
                  <a:txBody>
                    <a:bodyPr/>
                    <a:lstStyle/>
                    <a:p>
                      <a:pPr>
                        <a:lnSpc>
                          <a:spcPct val="100000"/>
                        </a:lnSpc>
                      </a:pPr>
                      <a:r>
                        <a:rPr lang="en-US" sz="3600" b="1">
                          <a:latin typeface="Times New Roman" panose="02020603050405020304" pitchFamily="18" charset="0"/>
                          <a:cs typeface="Times New Roman" panose="02020603050405020304" pitchFamily="18" charset="0"/>
                        </a:rPr>
                        <a:t>Reports &amp; Analytics</a:t>
                      </a:r>
                      <a:endParaRPr lang="en-US" sz="3600">
                        <a:latin typeface="Times New Roman" panose="02020603050405020304" pitchFamily="18" charset="0"/>
                        <a:cs typeface="Times New Roman" panose="02020603050405020304" pitchFamily="18" charset="0"/>
                      </a:endParaRPr>
                    </a:p>
                  </a:txBody>
                  <a:tcPr anchor="ctr"/>
                </a:tc>
                <a:tc>
                  <a:txBody>
                    <a:bodyPr/>
                    <a:lstStyle/>
                    <a:p>
                      <a:pPr marL="0" algn="just" defTabSz="914400" rtl="0" eaLnBrk="1" latinLnBrk="0" hangingPunct="1">
                        <a:lnSpc>
                          <a:spcPct val="100000"/>
                        </a:lnSpc>
                      </a:pPr>
                      <a:r>
                        <a:rPr lang="en-US" sz="2800" kern="1200" dirty="0">
                          <a:solidFill>
                            <a:schemeClr val="dk1"/>
                          </a:solidFill>
                          <a:latin typeface="Times New Roman" panose="02020603050405020304" pitchFamily="18" charset="0"/>
                          <a:ea typeface="+mn-ea"/>
                          <a:cs typeface="Times New Roman" panose="02020603050405020304" pitchFamily="18" charset="0"/>
                        </a:rPr>
                        <a:t>Generate insights on collection patterns, bin usage, and performance</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04860841"/>
                  </a:ext>
                </a:extLst>
              </a:tr>
              <a:tr h="1028728">
                <a:tc>
                  <a:txBody>
                    <a:bodyPr/>
                    <a:lstStyle/>
                    <a:p>
                      <a:pPr>
                        <a:lnSpc>
                          <a:spcPct val="100000"/>
                        </a:lnSpc>
                      </a:pPr>
                      <a:r>
                        <a:rPr lang="en-US" sz="3600" b="1" dirty="0">
                          <a:latin typeface="Times New Roman" panose="02020603050405020304" pitchFamily="18" charset="0"/>
                          <a:cs typeface="Times New Roman" panose="02020603050405020304" pitchFamily="18" charset="0"/>
                        </a:rPr>
                        <a:t>User Management</a:t>
                      </a:r>
                      <a:endParaRPr lang="en-US" sz="3600" dirty="0">
                        <a:latin typeface="Times New Roman" panose="02020603050405020304" pitchFamily="18" charset="0"/>
                        <a:cs typeface="Times New Roman" panose="02020603050405020304" pitchFamily="18" charset="0"/>
                      </a:endParaRPr>
                    </a:p>
                  </a:txBody>
                  <a:tcPr anchor="ctr"/>
                </a:tc>
                <a:tc>
                  <a:txBody>
                    <a:bodyPr/>
                    <a:lstStyle/>
                    <a:p>
                      <a:pPr algn="just">
                        <a:lnSpc>
                          <a:spcPct val="100000"/>
                        </a:lnSpc>
                      </a:pPr>
                      <a:r>
                        <a:rPr lang="en-US" sz="2800" dirty="0">
                          <a:latin typeface="Times New Roman" panose="02020603050405020304" pitchFamily="18" charset="0"/>
                          <a:cs typeface="Times New Roman" panose="02020603050405020304" pitchFamily="18" charset="0"/>
                        </a:rPr>
                        <a:t>Manage user accounts, roles (admin, driver, resident), and activity</a:t>
                      </a:r>
                    </a:p>
                  </a:txBody>
                  <a:tcPr anchor="ctr"/>
                </a:tc>
                <a:tc>
                  <a:txBody>
                    <a:bodyPr/>
                    <a:lstStyle/>
                    <a:p>
                      <a:pPr>
                        <a:lnSpc>
                          <a:spcPct val="100000"/>
                        </a:lnSpc>
                      </a:pPr>
                      <a:endParaRPr lang="en-US" sz="3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33865937"/>
                  </a:ext>
                </a:extLst>
              </a:tr>
            </a:tbl>
          </a:graphicData>
        </a:graphic>
      </p:graphicFrame>
      <p:pic>
        <p:nvPicPr>
          <p:cNvPr id="22" name="Graphic 21" descr="Badge Tick1 with solid fill">
            <a:extLst>
              <a:ext uri="{FF2B5EF4-FFF2-40B4-BE49-F238E27FC236}">
                <a16:creationId xmlns:a16="http://schemas.microsoft.com/office/drawing/2014/main" id="{46E66937-A4BC-D995-251C-8CD813FB428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810330" y="2400300"/>
            <a:ext cx="741287" cy="741287"/>
          </a:xfrm>
          <a:prstGeom prst="rect">
            <a:avLst/>
          </a:prstGeom>
        </p:spPr>
      </p:pic>
      <p:pic>
        <p:nvPicPr>
          <p:cNvPr id="23" name="Graphic 22" descr="Badge Tick1 with solid fill">
            <a:extLst>
              <a:ext uri="{FF2B5EF4-FFF2-40B4-BE49-F238E27FC236}">
                <a16:creationId xmlns:a16="http://schemas.microsoft.com/office/drawing/2014/main" id="{7C315C9D-449E-5B94-A043-55A65255E98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810329" y="3274865"/>
            <a:ext cx="741287" cy="741287"/>
          </a:xfrm>
          <a:prstGeom prst="rect">
            <a:avLst/>
          </a:prstGeom>
        </p:spPr>
      </p:pic>
      <p:pic>
        <p:nvPicPr>
          <p:cNvPr id="2" name="Graphic 1" descr="Badge Tick1 with solid fill">
            <a:extLst>
              <a:ext uri="{FF2B5EF4-FFF2-40B4-BE49-F238E27FC236}">
                <a16:creationId xmlns:a16="http://schemas.microsoft.com/office/drawing/2014/main" id="{79B71077-F0AD-57E8-C9DC-AF800A6E10E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794090" y="8801100"/>
            <a:ext cx="741287" cy="741287"/>
          </a:xfrm>
          <a:prstGeom prst="rect">
            <a:avLst/>
          </a:prstGeom>
        </p:spPr>
      </p:pic>
    </p:spTree>
    <p:extLst>
      <p:ext uri="{BB962C8B-B14F-4D97-AF65-F5344CB8AC3E}">
        <p14:creationId xmlns:p14="http://schemas.microsoft.com/office/powerpoint/2010/main" val="3450799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47800" y="0"/>
            <a:ext cx="17216736" cy="10287000"/>
          </a:xfrm>
          <a:custGeom>
            <a:avLst/>
            <a:gdLst/>
            <a:ahLst/>
            <a:cxnLst/>
            <a:rect l="l" t="t" r="r" b="b"/>
            <a:pathLst>
              <a:path w="17216736" h="10287000">
                <a:moveTo>
                  <a:pt x="0" y="0"/>
                </a:moveTo>
                <a:lnTo>
                  <a:pt x="17216736" y="0"/>
                </a:lnTo>
                <a:lnTo>
                  <a:pt x="17216736" y="10287000"/>
                </a:lnTo>
                <a:lnTo>
                  <a:pt x="0" y="1028700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2764714" y="3263728"/>
            <a:ext cx="12758571" cy="1795363"/>
          </a:xfrm>
          <a:prstGeom prst="rect">
            <a:avLst/>
          </a:prstGeom>
        </p:spPr>
        <p:txBody>
          <a:bodyPr lIns="0" tIns="0" rIns="0" bIns="0" rtlCol="0" anchor="t">
            <a:spAutoFit/>
          </a:bodyPr>
          <a:lstStyle/>
          <a:p>
            <a:pPr algn="l">
              <a:lnSpc>
                <a:spcPts val="14006"/>
              </a:lnSpc>
            </a:pPr>
            <a:r>
              <a:rPr lang="en-US" sz="14006" b="1" dirty="0">
                <a:solidFill>
                  <a:srgbClr val="191919"/>
                </a:solidFill>
                <a:latin typeface="Times New Roman" panose="02020603050405020304" pitchFamily="18" charset="0"/>
                <a:ea typeface="TS Qamus Bold"/>
                <a:cs typeface="Times New Roman" panose="02020603050405020304" pitchFamily="18" charset="0"/>
                <a:sym typeface="TS Qamus Bold"/>
              </a:rPr>
              <a:t>THANK  YOU !</a:t>
            </a:r>
          </a:p>
        </p:txBody>
      </p:sp>
      <p:sp>
        <p:nvSpPr>
          <p:cNvPr id="4" name="Freeform 11">
            <a:extLst>
              <a:ext uri="{FF2B5EF4-FFF2-40B4-BE49-F238E27FC236}">
                <a16:creationId xmlns:a16="http://schemas.microsoft.com/office/drawing/2014/main" id="{0C05AE2B-84E0-D28B-B165-78AE73025969}"/>
              </a:ext>
            </a:extLst>
          </p:cNvPr>
          <p:cNvSpPr/>
          <p:nvPr/>
        </p:nvSpPr>
        <p:spPr>
          <a:xfrm>
            <a:off x="63925" y="7620"/>
            <a:ext cx="18452675" cy="10419147"/>
          </a:xfrm>
          <a:custGeom>
            <a:avLst/>
            <a:gdLst/>
            <a:ahLst/>
            <a:cxnLst/>
            <a:rect l="l" t="t" r="r" b="b"/>
            <a:pathLst>
              <a:path w="678729" h="398916">
                <a:moveTo>
                  <a:pt x="353136" y="392580"/>
                </a:moveTo>
                <a:lnTo>
                  <a:pt x="675689" y="16074"/>
                </a:lnTo>
                <a:cubicBezTo>
                  <a:pt x="678163" y="13187"/>
                  <a:pt x="678729" y="9123"/>
                  <a:pt x="677140" y="5668"/>
                </a:cubicBezTo>
                <a:cubicBezTo>
                  <a:pt x="675551" y="2213"/>
                  <a:pt x="672096" y="0"/>
                  <a:pt x="668293" y="0"/>
                </a:cubicBezTo>
                <a:lnTo>
                  <a:pt x="10437" y="0"/>
                </a:lnTo>
                <a:cubicBezTo>
                  <a:pt x="6634" y="0"/>
                  <a:pt x="3179" y="2213"/>
                  <a:pt x="1590" y="5668"/>
                </a:cubicBezTo>
                <a:cubicBezTo>
                  <a:pt x="0" y="9123"/>
                  <a:pt x="567" y="13187"/>
                  <a:pt x="3041" y="16074"/>
                </a:cubicBezTo>
                <a:lnTo>
                  <a:pt x="325594" y="392580"/>
                </a:lnTo>
                <a:cubicBezTo>
                  <a:pt x="329039" y="396601"/>
                  <a:pt x="334070" y="398916"/>
                  <a:pt x="339365" y="398916"/>
                </a:cubicBezTo>
                <a:cubicBezTo>
                  <a:pt x="344660" y="398916"/>
                  <a:pt x="349691" y="396601"/>
                  <a:pt x="353136" y="392580"/>
                </a:cubicBezTo>
                <a:close/>
              </a:path>
            </a:pathLst>
          </a:custGeom>
          <a:solidFill>
            <a:srgbClr val="C7EEFF">
              <a:alpha val="9804"/>
            </a:srgbClr>
          </a:solidFill>
        </p:spPr>
        <p:txBody>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2537</TotalTime>
  <Words>1214</Words>
  <Application>Microsoft Office PowerPoint</Application>
  <PresentationFormat>Custom</PresentationFormat>
  <Paragraphs>121</Paragraphs>
  <Slides>11</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Helvetica World Bold</vt:lpstr>
      <vt:lpstr>Arial</vt:lpstr>
      <vt:lpstr>Poppins Bold</vt:lpstr>
      <vt:lpstr>Coco Gothic Bold</vt:lpstr>
      <vt:lpstr>Times New Roman Bold</vt:lpstr>
      <vt:lpstr>Calibri</vt:lpstr>
      <vt:lpstr>Times New Roman</vt:lpstr>
      <vt:lpstr>Canva Sans Bold</vt:lpstr>
      <vt:lpstr>Poppins</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IoT-Enabled Smart Waste Collection System with Community Sharing and Real-Time Route Optimization</dc:title>
  <dc:creator>Kebu</dc:creator>
  <cp:lastModifiedBy>Kebuni Ranasinghe</cp:lastModifiedBy>
  <cp:revision>12</cp:revision>
  <dcterms:created xsi:type="dcterms:W3CDTF">2006-08-16T00:00:00Z</dcterms:created>
  <dcterms:modified xsi:type="dcterms:W3CDTF">2025-04-28T09:35:51Z</dcterms:modified>
  <dc:identifier>DAGdcg0dGy8</dc:identifier>
</cp:coreProperties>
</file>