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74" r:id="rId14"/>
    <p:sldId id="273" r:id="rId15"/>
    <p:sldId id="267" r:id="rId16"/>
  </p:sldIdLst>
  <p:sldSz cx="18288000" cy="10287000"/>
  <p:notesSz cx="6858000" cy="9144000"/>
  <p:embeddedFontLst>
    <p:embeddedFont>
      <p:font typeface="Helvetica World Bold" panose="020B0604020202020204" charset="-128"/>
      <p:regular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Canva Sans Bold" panose="020B0604020202020204" charset="0"/>
      <p:regular r:id="rId23"/>
    </p:embeddedFont>
    <p:embeddedFont>
      <p:font typeface="Coco Gothic Bold" panose="020B0604020202020204" charset="0"/>
      <p:regular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Bold" panose="00000800000000000000" charset="0"/>
      <p:regular r:id="rId29"/>
      <p:bold r:id="rId30"/>
    </p:embeddedFont>
    <p:embeddedFont>
      <p:font typeface="Times New Roman Bold" panose="02020803070505020304" pitchFamily="18" charset="0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F7C12F-0400-411A-AB40-E1CDD8AD194C}" v="19" dt="2025-02-04T20:30:36.434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22" autoAdjust="0"/>
  </p:normalViewPr>
  <p:slideViewPr>
    <p:cSldViewPr>
      <p:cViewPr varScale="1">
        <p:scale>
          <a:sx n="51" d="100"/>
          <a:sy n="51" d="100"/>
        </p:scale>
        <p:origin x="-682" y="10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2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buni Ranasinghe" userId="407c0283f34bab45" providerId="LiveId" clId="{05F7C12F-0400-411A-AB40-E1CDD8AD194C}"/>
    <pc:docChg chg="undo custSel addSld modSld">
      <pc:chgData name="Kebuni Ranasinghe" userId="407c0283f34bab45" providerId="LiveId" clId="{05F7C12F-0400-411A-AB40-E1CDD8AD194C}" dt="2025-02-04T20:30:42.403" v="72" actId="20577"/>
      <pc:docMkLst>
        <pc:docMk/>
      </pc:docMkLst>
      <pc:sldChg chg="modSp mod">
        <pc:chgData name="Kebuni Ranasinghe" userId="407c0283f34bab45" providerId="LiveId" clId="{05F7C12F-0400-411A-AB40-E1CDD8AD194C}" dt="2025-02-04T20:29:44.916" v="60" actId="2711"/>
        <pc:sldMkLst>
          <pc:docMk/>
          <pc:sldMk cId="0" sldId="265"/>
        </pc:sldMkLst>
        <pc:graphicFrameChg chg="mod modGraphic">
          <ac:chgData name="Kebuni Ranasinghe" userId="407c0283f34bab45" providerId="LiveId" clId="{05F7C12F-0400-411A-AB40-E1CDD8AD194C}" dt="2025-02-04T20:29:44.916" v="60" actId="2711"/>
          <ac:graphicFrameMkLst>
            <pc:docMk/>
            <pc:sldMk cId="0" sldId="265"/>
            <ac:graphicFrameMk id="2" creationId="{00000000-0000-0000-0000-000000000000}"/>
          </ac:graphicFrameMkLst>
        </pc:graphicFrameChg>
      </pc:sldChg>
      <pc:sldChg chg="modSp mod">
        <pc:chgData name="Kebuni Ranasinghe" userId="407c0283f34bab45" providerId="LiveId" clId="{05F7C12F-0400-411A-AB40-E1CDD8AD194C}" dt="2025-02-04T20:27:50.798" v="52" actId="1076"/>
        <pc:sldMkLst>
          <pc:docMk/>
          <pc:sldMk cId="0" sldId="266"/>
        </pc:sldMkLst>
        <pc:graphicFrameChg chg="mod modGraphic">
          <ac:chgData name="Kebuni Ranasinghe" userId="407c0283f34bab45" providerId="LiveId" clId="{05F7C12F-0400-411A-AB40-E1CDD8AD194C}" dt="2025-02-04T20:27:50.798" v="52" actId="1076"/>
          <ac:graphicFrameMkLst>
            <pc:docMk/>
            <pc:sldMk cId="0" sldId="266"/>
            <ac:graphicFrameMk id="2" creationId="{00000000-0000-0000-0000-000000000000}"/>
          </ac:graphicFrameMkLst>
        </pc:graphicFrameChg>
      </pc:sldChg>
      <pc:sldChg chg="addSp delSp modSp add mod">
        <pc:chgData name="Kebuni Ranasinghe" userId="407c0283f34bab45" providerId="LiveId" clId="{05F7C12F-0400-411A-AB40-E1CDD8AD194C}" dt="2025-02-04T20:30:42.403" v="72" actId="20577"/>
        <pc:sldMkLst>
          <pc:docMk/>
          <pc:sldMk cId="22121690" sldId="273"/>
        </pc:sldMkLst>
        <pc:spChg chg="mod">
          <ac:chgData name="Kebuni Ranasinghe" userId="407c0283f34bab45" providerId="LiveId" clId="{05F7C12F-0400-411A-AB40-E1CDD8AD194C}" dt="2025-02-04T20:30:15.946" v="64"/>
          <ac:spMkLst>
            <pc:docMk/>
            <pc:sldMk cId="22121690" sldId="273"/>
            <ac:spMk id="7" creationId="{C2DDCA9C-074B-2E28-4439-33854FBD4A91}"/>
          </ac:spMkLst>
        </pc:spChg>
        <pc:spChg chg="mod">
          <ac:chgData name="Kebuni Ranasinghe" userId="407c0283f34bab45" providerId="LiveId" clId="{05F7C12F-0400-411A-AB40-E1CDD8AD194C}" dt="2025-02-04T20:30:15.946" v="64"/>
          <ac:spMkLst>
            <pc:docMk/>
            <pc:sldMk cId="22121690" sldId="273"/>
            <ac:spMk id="8" creationId="{D1023426-6564-A00C-12E3-B91A5534314F}"/>
          </ac:spMkLst>
        </pc:spChg>
        <pc:spChg chg="add mod">
          <ac:chgData name="Kebuni Ranasinghe" userId="407c0283f34bab45" providerId="LiveId" clId="{05F7C12F-0400-411A-AB40-E1CDD8AD194C}" dt="2025-02-04T20:30:42.403" v="72" actId="20577"/>
          <ac:spMkLst>
            <pc:docMk/>
            <pc:sldMk cId="22121690" sldId="273"/>
            <ac:spMk id="9" creationId="{F481B0EF-9FB5-FF27-FA9B-E1611094822D}"/>
          </ac:spMkLst>
        </pc:spChg>
        <pc:grpChg chg="add mod">
          <ac:chgData name="Kebuni Ranasinghe" userId="407c0283f34bab45" providerId="LiveId" clId="{05F7C12F-0400-411A-AB40-E1CDD8AD194C}" dt="2025-02-04T20:30:15.946" v="64"/>
          <ac:grpSpMkLst>
            <pc:docMk/>
            <pc:sldMk cId="22121690" sldId="273"/>
            <ac:grpSpMk id="3" creationId="{B8AB5440-E9B5-6DAC-E54D-B4AE07D5C514}"/>
          </ac:grpSpMkLst>
        </pc:grpChg>
        <pc:picChg chg="del">
          <ac:chgData name="Kebuni Ranasinghe" userId="407c0283f34bab45" providerId="LiveId" clId="{05F7C12F-0400-411A-AB40-E1CDD8AD194C}" dt="2025-02-04T20:30:00.466" v="62" actId="478"/>
          <ac:picMkLst>
            <pc:docMk/>
            <pc:sldMk cId="22121690" sldId="273"/>
            <ac:picMk id="6" creationId="{CA5CC2A9-DA33-4139-FECA-1004E4925D4B}"/>
          </ac:picMkLst>
        </pc:picChg>
      </pc:sldChg>
      <pc:sldChg chg="addSp delSp modSp add mod">
        <pc:chgData name="Kebuni Ranasinghe" userId="407c0283f34bab45" providerId="LiveId" clId="{05F7C12F-0400-411A-AB40-E1CDD8AD194C}" dt="2025-02-04T20:30:32.517" v="69" actId="20577"/>
        <pc:sldMkLst>
          <pc:docMk/>
          <pc:sldMk cId="1614632402" sldId="274"/>
        </pc:sldMkLst>
        <pc:spChg chg="mod">
          <ac:chgData name="Kebuni Ranasinghe" userId="407c0283f34bab45" providerId="LiveId" clId="{05F7C12F-0400-411A-AB40-E1CDD8AD194C}" dt="2025-02-04T20:30:12.128" v="63"/>
          <ac:spMkLst>
            <pc:docMk/>
            <pc:sldMk cId="1614632402" sldId="274"/>
            <ac:spMk id="8" creationId="{CCDF6A1B-31B8-568B-029D-7DCBED5BECDC}"/>
          </ac:spMkLst>
        </pc:spChg>
        <pc:spChg chg="mod">
          <ac:chgData name="Kebuni Ranasinghe" userId="407c0283f34bab45" providerId="LiveId" clId="{05F7C12F-0400-411A-AB40-E1CDD8AD194C}" dt="2025-02-04T20:30:12.128" v="63"/>
          <ac:spMkLst>
            <pc:docMk/>
            <pc:sldMk cId="1614632402" sldId="274"/>
            <ac:spMk id="9" creationId="{B63F0AFE-FE79-FA38-1ABC-060814E47A57}"/>
          </ac:spMkLst>
        </pc:spChg>
        <pc:spChg chg="add mod">
          <ac:chgData name="Kebuni Ranasinghe" userId="407c0283f34bab45" providerId="LiveId" clId="{05F7C12F-0400-411A-AB40-E1CDD8AD194C}" dt="2025-02-04T20:30:32.517" v="69" actId="20577"/>
          <ac:spMkLst>
            <pc:docMk/>
            <pc:sldMk cId="1614632402" sldId="274"/>
            <ac:spMk id="10" creationId="{19A8FB13-F00D-B56F-292F-1F7FD0B44768}"/>
          </ac:spMkLst>
        </pc:spChg>
        <pc:grpChg chg="add mod">
          <ac:chgData name="Kebuni Ranasinghe" userId="407c0283f34bab45" providerId="LiveId" clId="{05F7C12F-0400-411A-AB40-E1CDD8AD194C}" dt="2025-02-04T20:30:12.128" v="63"/>
          <ac:grpSpMkLst>
            <pc:docMk/>
            <pc:sldMk cId="1614632402" sldId="274"/>
            <ac:grpSpMk id="7" creationId="{1C8B2AF5-D97A-61C8-B6C8-D6F3212C15D9}"/>
          </ac:grpSpMkLst>
        </pc:grpChg>
        <pc:picChg chg="del">
          <ac:chgData name="Kebuni Ranasinghe" userId="407c0283f34bab45" providerId="LiveId" clId="{05F7C12F-0400-411A-AB40-E1CDD8AD194C}" dt="2025-02-04T20:29:55.990" v="61" actId="478"/>
          <ac:picMkLst>
            <pc:docMk/>
            <pc:sldMk cId="1614632402" sldId="274"/>
            <ac:picMk id="6" creationId="{BF601BE6-EAF4-ED65-8ED9-70454F75110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AAF5E-3CF2-43A9-AA50-DB8DAC671E6D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43815C-AAC7-4ADD-A4B1-51C5452B5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91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43815C-AAC7-4ADD-A4B1-51C5452B5E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12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svg"/><Relationship Id="rId3" Type="http://schemas.openxmlformats.org/officeDocument/2006/relationships/image" Target="../media/image17.svg"/><Relationship Id="rId21" Type="http://schemas.openxmlformats.org/officeDocument/2006/relationships/image" Target="../media/image35.png"/><Relationship Id="rId7" Type="http://schemas.openxmlformats.org/officeDocument/2006/relationships/image" Target="../media/image21.svg"/><Relationship Id="rId12" Type="http://schemas.openxmlformats.org/officeDocument/2006/relationships/image" Target="../media/image26.sv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svg"/><Relationship Id="rId20" Type="http://schemas.openxmlformats.org/officeDocument/2006/relationships/image" Target="../media/image3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sv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sv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svg"/><Relationship Id="rId22" Type="http://schemas.openxmlformats.org/officeDocument/2006/relationships/image" Target="../media/image36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07089" y="2288576"/>
            <a:ext cx="13773389" cy="8229600"/>
          </a:xfrm>
          <a:custGeom>
            <a:avLst/>
            <a:gdLst/>
            <a:ahLst/>
            <a:cxnLst/>
            <a:rect l="l" t="t" r="r" b="b"/>
            <a:pathLst>
              <a:path w="13773389" h="8229600">
                <a:moveTo>
                  <a:pt x="0" y="0"/>
                </a:moveTo>
                <a:lnTo>
                  <a:pt x="13773389" y="0"/>
                </a:lnTo>
                <a:lnTo>
                  <a:pt x="137733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541648" y="284049"/>
            <a:ext cx="3204677" cy="2417662"/>
          </a:xfrm>
          <a:custGeom>
            <a:avLst/>
            <a:gdLst/>
            <a:ahLst/>
            <a:cxnLst/>
            <a:rect l="l" t="t" r="r" b="b"/>
            <a:pathLst>
              <a:path w="3204677" h="2417662">
                <a:moveTo>
                  <a:pt x="0" y="0"/>
                </a:moveTo>
                <a:lnTo>
                  <a:pt x="3204676" y="0"/>
                </a:lnTo>
                <a:lnTo>
                  <a:pt x="3204676" y="2417663"/>
                </a:lnTo>
                <a:lnTo>
                  <a:pt x="0" y="2417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66465" y="2895600"/>
            <a:ext cx="15155042" cy="224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4500" b="1" dirty="0">
                <a:solidFill>
                  <a:srgbClr val="1C1C3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IOT-ENABLED SMART WASTE COLLECTION SYSTEM WITH COMMUNITY SHARING AND REAL-TIME ROUTE OPTIMIZATION </a:t>
            </a:r>
          </a:p>
        </p:txBody>
      </p:sp>
      <p:sp>
        <p:nvSpPr>
          <p:cNvPr id="5" name="Freeform 5"/>
          <p:cNvSpPr/>
          <p:nvPr/>
        </p:nvSpPr>
        <p:spPr>
          <a:xfrm>
            <a:off x="3493353" y="8633330"/>
            <a:ext cx="11301259" cy="1285518"/>
          </a:xfrm>
          <a:custGeom>
            <a:avLst/>
            <a:gdLst/>
            <a:ahLst/>
            <a:cxnLst/>
            <a:rect l="l" t="t" r="r" b="b"/>
            <a:pathLst>
              <a:path w="11301259" h="1285518">
                <a:moveTo>
                  <a:pt x="0" y="0"/>
                </a:moveTo>
                <a:lnTo>
                  <a:pt x="11301258" y="0"/>
                </a:lnTo>
                <a:lnTo>
                  <a:pt x="11301258" y="1285518"/>
                </a:lnTo>
                <a:lnTo>
                  <a:pt x="0" y="1285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736431" y="5387089"/>
            <a:ext cx="8815122" cy="1620897"/>
            <a:chOff x="-2" y="-92973"/>
            <a:chExt cx="1043889" cy="1919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3887" cy="96697"/>
            </a:xfrm>
            <a:custGeom>
              <a:avLst/>
              <a:gdLst/>
              <a:ahLst/>
              <a:cxnLst/>
              <a:rect l="l" t="t" r="r" b="b"/>
              <a:pathLst>
                <a:path w="1043887" h="96697">
                  <a:moveTo>
                    <a:pt x="8783" y="0"/>
                  </a:moveTo>
                  <a:lnTo>
                    <a:pt x="1035104" y="0"/>
                  </a:lnTo>
                  <a:cubicBezTo>
                    <a:pt x="1039955" y="0"/>
                    <a:pt x="1043887" y="3932"/>
                    <a:pt x="1043887" y="8783"/>
                  </a:cubicBezTo>
                  <a:lnTo>
                    <a:pt x="1043887" y="87914"/>
                  </a:lnTo>
                  <a:cubicBezTo>
                    <a:pt x="1043887" y="90244"/>
                    <a:pt x="1042961" y="92478"/>
                    <a:pt x="1041314" y="94125"/>
                  </a:cubicBezTo>
                  <a:cubicBezTo>
                    <a:pt x="1039667" y="95772"/>
                    <a:pt x="1037433" y="96697"/>
                    <a:pt x="1035104" y="96697"/>
                  </a:cubicBezTo>
                  <a:lnTo>
                    <a:pt x="8783" y="96697"/>
                  </a:lnTo>
                  <a:cubicBezTo>
                    <a:pt x="3932" y="96697"/>
                    <a:pt x="0" y="92765"/>
                    <a:pt x="0" y="87914"/>
                  </a:cubicBezTo>
                  <a:lnTo>
                    <a:pt x="0" y="8783"/>
                  </a:lnTo>
                  <a:cubicBezTo>
                    <a:pt x="0" y="6453"/>
                    <a:pt x="925" y="4219"/>
                    <a:pt x="2572" y="2572"/>
                  </a:cubicBezTo>
                  <a:cubicBezTo>
                    <a:pt x="4219" y="925"/>
                    <a:pt x="6453" y="0"/>
                    <a:pt x="87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2" y="-92973"/>
              <a:ext cx="1043887" cy="1919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19"/>
                </a:lnSpc>
              </a:pPr>
              <a:r>
                <a:rPr lang="en-US" sz="3299" b="1" spc="164" dirty="0">
                  <a:solidFill>
                    <a:srgbClr val="1C1C3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RAKK RANASINGHE (D/BIT/22/0039)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098839" y="6559978"/>
            <a:ext cx="8090297" cy="56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0"/>
              </a:lnSpc>
              <a:spcBef>
                <a:spcPct val="0"/>
              </a:spcBef>
            </a:pPr>
            <a:r>
              <a:rPr lang="en-US" sz="2800" dirty="0">
                <a:solidFill>
                  <a:srgbClr val="1C1C39"/>
                </a:solidFill>
                <a:latin typeface="Poppins"/>
                <a:ea typeface="Poppins"/>
                <a:cs typeface="Poppins"/>
                <a:sym typeface="Poppins"/>
              </a:rPr>
              <a:t>Supervised By: Mr. RPS </a:t>
            </a:r>
            <a:r>
              <a:rPr lang="en-US" sz="2800" dirty="0" err="1">
                <a:solidFill>
                  <a:srgbClr val="1C1C39"/>
                </a:solidFill>
                <a:latin typeface="Poppins"/>
                <a:ea typeface="Poppins"/>
                <a:cs typeface="Poppins"/>
                <a:sym typeface="Poppins"/>
              </a:rPr>
              <a:t>Kathriarachchi</a:t>
            </a:r>
            <a:endParaRPr lang="en-US" sz="2800" dirty="0">
              <a:solidFill>
                <a:srgbClr val="1C1C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0" y="-1580435"/>
            <a:ext cx="21379131" cy="11890044"/>
            <a:chOff x="-204415" y="48240"/>
            <a:chExt cx="795200" cy="455232"/>
          </a:xfrm>
        </p:grpSpPr>
        <p:sp>
          <p:nvSpPr>
            <p:cNvPr id="11" name="Freeform 11"/>
            <p:cNvSpPr/>
            <p:nvPr/>
          </p:nvSpPr>
          <p:spPr>
            <a:xfrm>
              <a:off x="-204415" y="104556"/>
              <a:ext cx="678729" cy="398916"/>
            </a:xfrm>
            <a:custGeom>
              <a:avLst/>
              <a:gdLst/>
              <a:ahLst/>
              <a:cxnLst/>
              <a:rect l="l" t="t" r="r" b="b"/>
              <a:pathLst>
                <a:path w="678729" h="398916">
                  <a:moveTo>
                    <a:pt x="353136" y="392580"/>
                  </a:moveTo>
                  <a:lnTo>
                    <a:pt x="675689" y="16074"/>
                  </a:lnTo>
                  <a:cubicBezTo>
                    <a:pt x="678163" y="13187"/>
                    <a:pt x="678729" y="9123"/>
                    <a:pt x="677140" y="5668"/>
                  </a:cubicBezTo>
                  <a:cubicBezTo>
                    <a:pt x="675551" y="2213"/>
                    <a:pt x="672096" y="0"/>
                    <a:pt x="668293" y="0"/>
                  </a:cubicBezTo>
                  <a:lnTo>
                    <a:pt x="10437" y="0"/>
                  </a:lnTo>
                  <a:cubicBezTo>
                    <a:pt x="6634" y="0"/>
                    <a:pt x="3179" y="2213"/>
                    <a:pt x="1590" y="5668"/>
                  </a:cubicBezTo>
                  <a:cubicBezTo>
                    <a:pt x="0" y="9123"/>
                    <a:pt x="567" y="13187"/>
                    <a:pt x="3041" y="16074"/>
                  </a:cubicBezTo>
                  <a:lnTo>
                    <a:pt x="325594" y="392580"/>
                  </a:lnTo>
                  <a:cubicBezTo>
                    <a:pt x="329039" y="396601"/>
                    <a:pt x="334070" y="398916"/>
                    <a:pt x="339365" y="398916"/>
                  </a:cubicBezTo>
                  <a:cubicBezTo>
                    <a:pt x="344660" y="398916"/>
                    <a:pt x="349691" y="396601"/>
                    <a:pt x="353136" y="392580"/>
                  </a:cubicBezTo>
                  <a:close/>
                </a:path>
              </a:pathLst>
            </a:custGeom>
            <a:solidFill>
              <a:srgbClr val="C7EEFF">
                <a:alpha val="9804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405" y="48240"/>
              <a:ext cx="481380" cy="170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6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85247" flipH="1" flipV="1">
            <a:off x="-2613455" y="-2205706"/>
            <a:ext cx="16834115" cy="10058384"/>
          </a:xfrm>
          <a:custGeom>
            <a:avLst/>
            <a:gdLst/>
            <a:ahLst/>
            <a:cxnLst/>
            <a:rect l="l" t="t" r="r" b="b"/>
            <a:pathLst>
              <a:path w="16834115" h="10058384">
                <a:moveTo>
                  <a:pt x="16834115" y="10058384"/>
                </a:moveTo>
                <a:lnTo>
                  <a:pt x="0" y="10058384"/>
                </a:lnTo>
                <a:lnTo>
                  <a:pt x="0" y="0"/>
                </a:lnTo>
                <a:lnTo>
                  <a:pt x="16834115" y="0"/>
                </a:lnTo>
                <a:lnTo>
                  <a:pt x="16834115" y="1005838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315758" y="503472"/>
            <a:ext cx="5477811" cy="4640028"/>
            <a:chOff x="0" y="0"/>
            <a:chExt cx="2374900" cy="2011680"/>
          </a:xfrm>
        </p:grpSpPr>
        <p:sp>
          <p:nvSpPr>
            <p:cNvPr id="4" name="Freeform 4"/>
            <p:cNvSpPr/>
            <p:nvPr/>
          </p:nvSpPr>
          <p:spPr>
            <a:xfrm>
              <a:off x="-2540" y="-2540"/>
              <a:ext cx="2377440" cy="2009140"/>
            </a:xfrm>
            <a:custGeom>
              <a:avLst/>
              <a:gdLst/>
              <a:ahLst/>
              <a:cxnLst/>
              <a:rect l="l" t="t" r="r" b="b"/>
              <a:pathLst>
                <a:path w="2377440" h="2009140">
                  <a:moveTo>
                    <a:pt x="2376170" y="1778000"/>
                  </a:moveTo>
                  <a:cubicBezTo>
                    <a:pt x="2374900" y="1276350"/>
                    <a:pt x="2359660" y="598170"/>
                    <a:pt x="2359660" y="97790"/>
                  </a:cubicBezTo>
                  <a:cubicBezTo>
                    <a:pt x="2359660" y="90170"/>
                    <a:pt x="2360930" y="82550"/>
                    <a:pt x="2360930" y="76200"/>
                  </a:cubicBezTo>
                  <a:cubicBezTo>
                    <a:pt x="2359660" y="74930"/>
                    <a:pt x="2358390" y="74930"/>
                    <a:pt x="2357120" y="73660"/>
                  </a:cubicBezTo>
                  <a:cubicBezTo>
                    <a:pt x="2357120" y="73660"/>
                    <a:pt x="2355850" y="74930"/>
                    <a:pt x="2355850" y="76200"/>
                  </a:cubicBezTo>
                  <a:cubicBezTo>
                    <a:pt x="2353310" y="82550"/>
                    <a:pt x="2348230" y="82550"/>
                    <a:pt x="2343150" y="82550"/>
                  </a:cubicBezTo>
                  <a:cubicBezTo>
                    <a:pt x="2336800" y="81280"/>
                    <a:pt x="2330450" y="74930"/>
                    <a:pt x="2322830" y="77470"/>
                  </a:cubicBezTo>
                  <a:cubicBezTo>
                    <a:pt x="2320290" y="78740"/>
                    <a:pt x="2315210" y="76200"/>
                    <a:pt x="2313940" y="73660"/>
                  </a:cubicBezTo>
                  <a:cubicBezTo>
                    <a:pt x="2310130" y="68580"/>
                    <a:pt x="2305050" y="68580"/>
                    <a:pt x="2299970" y="71120"/>
                  </a:cubicBezTo>
                  <a:cubicBezTo>
                    <a:pt x="2297430" y="72390"/>
                    <a:pt x="2294890" y="71120"/>
                    <a:pt x="2292350" y="71120"/>
                  </a:cubicBezTo>
                  <a:cubicBezTo>
                    <a:pt x="2288540" y="71120"/>
                    <a:pt x="2283460" y="69850"/>
                    <a:pt x="2279650" y="68580"/>
                  </a:cubicBezTo>
                  <a:cubicBezTo>
                    <a:pt x="2278380" y="68580"/>
                    <a:pt x="2275840" y="67310"/>
                    <a:pt x="2274570" y="67310"/>
                  </a:cubicBezTo>
                  <a:cubicBezTo>
                    <a:pt x="2270760" y="66040"/>
                    <a:pt x="2266950" y="62230"/>
                    <a:pt x="2263140" y="67310"/>
                  </a:cubicBezTo>
                  <a:cubicBezTo>
                    <a:pt x="2263140" y="67310"/>
                    <a:pt x="2260600" y="67310"/>
                    <a:pt x="2259330" y="66040"/>
                  </a:cubicBezTo>
                  <a:cubicBezTo>
                    <a:pt x="2258060" y="63500"/>
                    <a:pt x="2256790" y="59690"/>
                    <a:pt x="2255520" y="57150"/>
                  </a:cubicBezTo>
                  <a:cubicBezTo>
                    <a:pt x="2252980" y="53340"/>
                    <a:pt x="2252980" y="46990"/>
                    <a:pt x="2249170" y="44450"/>
                  </a:cubicBezTo>
                  <a:cubicBezTo>
                    <a:pt x="2246630" y="43180"/>
                    <a:pt x="2245360" y="41910"/>
                    <a:pt x="2244090" y="39370"/>
                  </a:cubicBezTo>
                  <a:cubicBezTo>
                    <a:pt x="2244090" y="38100"/>
                    <a:pt x="2241550" y="36830"/>
                    <a:pt x="2241550" y="35560"/>
                  </a:cubicBezTo>
                  <a:lnTo>
                    <a:pt x="2237740" y="31750"/>
                  </a:lnTo>
                  <a:cubicBezTo>
                    <a:pt x="2236470" y="29210"/>
                    <a:pt x="2235200" y="25400"/>
                    <a:pt x="2232660" y="24130"/>
                  </a:cubicBezTo>
                  <a:cubicBezTo>
                    <a:pt x="2227580" y="20320"/>
                    <a:pt x="2226310" y="15240"/>
                    <a:pt x="2228850" y="8890"/>
                  </a:cubicBezTo>
                  <a:cubicBezTo>
                    <a:pt x="2225040" y="7620"/>
                    <a:pt x="2222500" y="5080"/>
                    <a:pt x="2218690" y="5080"/>
                  </a:cubicBezTo>
                  <a:cubicBezTo>
                    <a:pt x="2203450" y="6350"/>
                    <a:pt x="2186940" y="8890"/>
                    <a:pt x="2171700" y="10160"/>
                  </a:cubicBezTo>
                  <a:cubicBezTo>
                    <a:pt x="2169160" y="10160"/>
                    <a:pt x="2165350" y="11430"/>
                    <a:pt x="2164080" y="12700"/>
                  </a:cubicBezTo>
                  <a:cubicBezTo>
                    <a:pt x="2153920" y="19050"/>
                    <a:pt x="2143760" y="13970"/>
                    <a:pt x="2133600" y="12700"/>
                  </a:cubicBezTo>
                  <a:cubicBezTo>
                    <a:pt x="2125980" y="12700"/>
                    <a:pt x="2118360" y="8890"/>
                    <a:pt x="2110740" y="7620"/>
                  </a:cubicBezTo>
                  <a:cubicBezTo>
                    <a:pt x="2101850" y="6350"/>
                    <a:pt x="2094230" y="7620"/>
                    <a:pt x="2085340" y="6350"/>
                  </a:cubicBezTo>
                  <a:cubicBezTo>
                    <a:pt x="2084070" y="6350"/>
                    <a:pt x="2082800" y="5080"/>
                    <a:pt x="2081530" y="3810"/>
                  </a:cubicBezTo>
                  <a:cubicBezTo>
                    <a:pt x="2078990" y="0"/>
                    <a:pt x="2073910" y="1270"/>
                    <a:pt x="2071370" y="2540"/>
                  </a:cubicBezTo>
                  <a:cubicBezTo>
                    <a:pt x="2067560" y="5080"/>
                    <a:pt x="2066290" y="8890"/>
                    <a:pt x="2063750" y="12700"/>
                  </a:cubicBezTo>
                  <a:cubicBezTo>
                    <a:pt x="2057400" y="13970"/>
                    <a:pt x="2048510" y="15240"/>
                    <a:pt x="2042160" y="19050"/>
                  </a:cubicBezTo>
                  <a:cubicBezTo>
                    <a:pt x="2037080" y="21590"/>
                    <a:pt x="2034540" y="22860"/>
                    <a:pt x="2030730" y="20320"/>
                  </a:cubicBezTo>
                  <a:lnTo>
                    <a:pt x="2029460" y="21590"/>
                  </a:lnTo>
                  <a:cubicBezTo>
                    <a:pt x="2032000" y="24130"/>
                    <a:pt x="2033270" y="27940"/>
                    <a:pt x="2035810" y="30480"/>
                  </a:cubicBezTo>
                  <a:cubicBezTo>
                    <a:pt x="2032000" y="31750"/>
                    <a:pt x="2026920" y="34290"/>
                    <a:pt x="2024380" y="33020"/>
                  </a:cubicBezTo>
                  <a:cubicBezTo>
                    <a:pt x="2018030" y="31750"/>
                    <a:pt x="2015490" y="34290"/>
                    <a:pt x="2010410" y="36830"/>
                  </a:cubicBezTo>
                  <a:cubicBezTo>
                    <a:pt x="2005330" y="40640"/>
                    <a:pt x="1998980" y="43180"/>
                    <a:pt x="1993900" y="45720"/>
                  </a:cubicBezTo>
                  <a:cubicBezTo>
                    <a:pt x="1992630" y="45720"/>
                    <a:pt x="1991360" y="45720"/>
                    <a:pt x="1990090" y="44450"/>
                  </a:cubicBezTo>
                  <a:cubicBezTo>
                    <a:pt x="1988820" y="44450"/>
                    <a:pt x="1987550" y="43180"/>
                    <a:pt x="1987550" y="43180"/>
                  </a:cubicBezTo>
                  <a:cubicBezTo>
                    <a:pt x="1981200" y="45720"/>
                    <a:pt x="1974850" y="48260"/>
                    <a:pt x="1968500" y="45720"/>
                  </a:cubicBezTo>
                  <a:cubicBezTo>
                    <a:pt x="1967230" y="45720"/>
                    <a:pt x="1967230" y="46990"/>
                    <a:pt x="1965960" y="46990"/>
                  </a:cubicBezTo>
                  <a:cubicBezTo>
                    <a:pt x="1958340" y="49530"/>
                    <a:pt x="1953260" y="58420"/>
                    <a:pt x="1943100" y="58420"/>
                  </a:cubicBezTo>
                  <a:cubicBezTo>
                    <a:pt x="1935480" y="58420"/>
                    <a:pt x="1927860" y="64770"/>
                    <a:pt x="1920240" y="64770"/>
                  </a:cubicBezTo>
                  <a:cubicBezTo>
                    <a:pt x="1911350" y="66040"/>
                    <a:pt x="1903730" y="68580"/>
                    <a:pt x="1896110" y="72390"/>
                  </a:cubicBezTo>
                  <a:cubicBezTo>
                    <a:pt x="1893570" y="73660"/>
                    <a:pt x="1891030" y="73660"/>
                    <a:pt x="1889760" y="73660"/>
                  </a:cubicBezTo>
                  <a:cubicBezTo>
                    <a:pt x="1883410" y="71120"/>
                    <a:pt x="1879600" y="74930"/>
                    <a:pt x="1877060" y="78740"/>
                  </a:cubicBezTo>
                  <a:cubicBezTo>
                    <a:pt x="1870710" y="87630"/>
                    <a:pt x="1860550" y="90170"/>
                    <a:pt x="1851660" y="92710"/>
                  </a:cubicBezTo>
                  <a:cubicBezTo>
                    <a:pt x="1840230" y="95250"/>
                    <a:pt x="1828800" y="96520"/>
                    <a:pt x="1817370" y="97790"/>
                  </a:cubicBezTo>
                  <a:cubicBezTo>
                    <a:pt x="1816100" y="97790"/>
                    <a:pt x="1814830" y="101600"/>
                    <a:pt x="1812290" y="102870"/>
                  </a:cubicBezTo>
                  <a:cubicBezTo>
                    <a:pt x="1811020" y="102870"/>
                    <a:pt x="1809750" y="101600"/>
                    <a:pt x="1809750" y="101600"/>
                  </a:cubicBezTo>
                  <a:cubicBezTo>
                    <a:pt x="1803400" y="109220"/>
                    <a:pt x="1799590" y="120650"/>
                    <a:pt x="1786890" y="119380"/>
                  </a:cubicBezTo>
                  <a:lnTo>
                    <a:pt x="1785620" y="119380"/>
                  </a:lnTo>
                  <a:cubicBezTo>
                    <a:pt x="1775460" y="125730"/>
                    <a:pt x="1765300" y="123190"/>
                    <a:pt x="1756410" y="120650"/>
                  </a:cubicBezTo>
                  <a:cubicBezTo>
                    <a:pt x="1753870" y="120650"/>
                    <a:pt x="1750060" y="118110"/>
                    <a:pt x="1748790" y="115570"/>
                  </a:cubicBezTo>
                  <a:cubicBezTo>
                    <a:pt x="1744980" y="107950"/>
                    <a:pt x="1734820" y="105410"/>
                    <a:pt x="1727200" y="107950"/>
                  </a:cubicBezTo>
                  <a:cubicBezTo>
                    <a:pt x="1720850" y="110490"/>
                    <a:pt x="1714500" y="111760"/>
                    <a:pt x="1708150" y="114300"/>
                  </a:cubicBezTo>
                  <a:cubicBezTo>
                    <a:pt x="1697990" y="116840"/>
                    <a:pt x="1689100" y="118110"/>
                    <a:pt x="1678940" y="113030"/>
                  </a:cubicBezTo>
                  <a:cubicBezTo>
                    <a:pt x="1668780" y="107950"/>
                    <a:pt x="1661160" y="111760"/>
                    <a:pt x="1656080" y="123190"/>
                  </a:cubicBezTo>
                  <a:cubicBezTo>
                    <a:pt x="1652270" y="130810"/>
                    <a:pt x="1642110" y="132080"/>
                    <a:pt x="1635760" y="125730"/>
                  </a:cubicBezTo>
                  <a:cubicBezTo>
                    <a:pt x="1631950" y="121920"/>
                    <a:pt x="1629410" y="123190"/>
                    <a:pt x="1625600" y="125730"/>
                  </a:cubicBezTo>
                  <a:lnTo>
                    <a:pt x="1617980" y="133350"/>
                  </a:lnTo>
                  <a:cubicBezTo>
                    <a:pt x="1616710" y="134620"/>
                    <a:pt x="1614170" y="134620"/>
                    <a:pt x="1612900" y="134620"/>
                  </a:cubicBezTo>
                  <a:lnTo>
                    <a:pt x="1605280" y="134620"/>
                  </a:lnTo>
                  <a:cubicBezTo>
                    <a:pt x="1600200" y="134620"/>
                    <a:pt x="1595120" y="133350"/>
                    <a:pt x="1590040" y="132080"/>
                  </a:cubicBezTo>
                  <a:cubicBezTo>
                    <a:pt x="1583690" y="130810"/>
                    <a:pt x="1578610" y="127000"/>
                    <a:pt x="1572260" y="125730"/>
                  </a:cubicBezTo>
                  <a:cubicBezTo>
                    <a:pt x="1562100" y="124460"/>
                    <a:pt x="1559560" y="115570"/>
                    <a:pt x="1555750" y="109220"/>
                  </a:cubicBezTo>
                  <a:cubicBezTo>
                    <a:pt x="1553210" y="105410"/>
                    <a:pt x="1548130" y="100330"/>
                    <a:pt x="1543050" y="101600"/>
                  </a:cubicBezTo>
                  <a:cubicBezTo>
                    <a:pt x="1537970" y="104140"/>
                    <a:pt x="1532890" y="101600"/>
                    <a:pt x="1529080" y="100330"/>
                  </a:cubicBezTo>
                  <a:cubicBezTo>
                    <a:pt x="1527810" y="100330"/>
                    <a:pt x="1525270" y="99060"/>
                    <a:pt x="1524000" y="99060"/>
                  </a:cubicBezTo>
                  <a:cubicBezTo>
                    <a:pt x="1515110" y="96520"/>
                    <a:pt x="1508760" y="101600"/>
                    <a:pt x="1502410" y="107950"/>
                  </a:cubicBezTo>
                  <a:lnTo>
                    <a:pt x="1497330" y="113030"/>
                  </a:lnTo>
                  <a:cubicBezTo>
                    <a:pt x="1496060" y="114300"/>
                    <a:pt x="1496060" y="116840"/>
                    <a:pt x="1494790" y="118110"/>
                  </a:cubicBezTo>
                  <a:cubicBezTo>
                    <a:pt x="1487170" y="124460"/>
                    <a:pt x="1479550" y="121920"/>
                    <a:pt x="1470660" y="118110"/>
                  </a:cubicBezTo>
                  <a:cubicBezTo>
                    <a:pt x="1463040" y="114300"/>
                    <a:pt x="1454150" y="118110"/>
                    <a:pt x="1451610" y="125730"/>
                  </a:cubicBezTo>
                  <a:cubicBezTo>
                    <a:pt x="1450340" y="130810"/>
                    <a:pt x="1449070" y="134620"/>
                    <a:pt x="1442720" y="137160"/>
                  </a:cubicBezTo>
                  <a:cubicBezTo>
                    <a:pt x="1436370" y="140970"/>
                    <a:pt x="1428750" y="143510"/>
                    <a:pt x="1427480" y="152400"/>
                  </a:cubicBezTo>
                  <a:cubicBezTo>
                    <a:pt x="1427480" y="153670"/>
                    <a:pt x="1426210" y="154940"/>
                    <a:pt x="1424940" y="154940"/>
                  </a:cubicBezTo>
                  <a:cubicBezTo>
                    <a:pt x="1421130" y="156210"/>
                    <a:pt x="1418590" y="157480"/>
                    <a:pt x="1414780" y="158750"/>
                  </a:cubicBezTo>
                  <a:lnTo>
                    <a:pt x="1403350" y="158750"/>
                  </a:lnTo>
                  <a:cubicBezTo>
                    <a:pt x="1395730" y="157480"/>
                    <a:pt x="1388110" y="154940"/>
                    <a:pt x="1380490" y="153670"/>
                  </a:cubicBezTo>
                  <a:cubicBezTo>
                    <a:pt x="1371600" y="152400"/>
                    <a:pt x="1363980" y="157480"/>
                    <a:pt x="1355090" y="158750"/>
                  </a:cubicBezTo>
                  <a:lnTo>
                    <a:pt x="1353820" y="160020"/>
                  </a:lnTo>
                  <a:cubicBezTo>
                    <a:pt x="1351280" y="163830"/>
                    <a:pt x="1347470" y="162560"/>
                    <a:pt x="1344930" y="160020"/>
                  </a:cubicBezTo>
                  <a:cubicBezTo>
                    <a:pt x="1339850" y="154940"/>
                    <a:pt x="1330960" y="153670"/>
                    <a:pt x="1324610" y="156210"/>
                  </a:cubicBezTo>
                  <a:cubicBezTo>
                    <a:pt x="1316990" y="160020"/>
                    <a:pt x="1309370" y="162560"/>
                    <a:pt x="1301750" y="165100"/>
                  </a:cubicBezTo>
                  <a:cubicBezTo>
                    <a:pt x="1299210" y="165100"/>
                    <a:pt x="1296670" y="163830"/>
                    <a:pt x="1295400" y="163830"/>
                  </a:cubicBezTo>
                  <a:cubicBezTo>
                    <a:pt x="1292860" y="163830"/>
                    <a:pt x="1289050" y="162560"/>
                    <a:pt x="1287780" y="163830"/>
                  </a:cubicBezTo>
                  <a:cubicBezTo>
                    <a:pt x="1277620" y="171450"/>
                    <a:pt x="1267460" y="168910"/>
                    <a:pt x="1258570" y="163830"/>
                  </a:cubicBezTo>
                  <a:cubicBezTo>
                    <a:pt x="1253490" y="161290"/>
                    <a:pt x="1245870" y="158750"/>
                    <a:pt x="1243330" y="151130"/>
                  </a:cubicBezTo>
                  <a:cubicBezTo>
                    <a:pt x="1242060" y="146050"/>
                    <a:pt x="1236980" y="140970"/>
                    <a:pt x="1233170" y="137160"/>
                  </a:cubicBezTo>
                  <a:cubicBezTo>
                    <a:pt x="1226820" y="130810"/>
                    <a:pt x="1220470" y="121920"/>
                    <a:pt x="1209040" y="121920"/>
                  </a:cubicBezTo>
                  <a:cubicBezTo>
                    <a:pt x="1206500" y="121920"/>
                    <a:pt x="1203960" y="116840"/>
                    <a:pt x="1202690" y="118110"/>
                  </a:cubicBezTo>
                  <a:cubicBezTo>
                    <a:pt x="1197610" y="119380"/>
                    <a:pt x="1197610" y="116840"/>
                    <a:pt x="1195070" y="114300"/>
                  </a:cubicBezTo>
                  <a:cubicBezTo>
                    <a:pt x="1192530" y="111760"/>
                    <a:pt x="1188720" y="109220"/>
                    <a:pt x="1186180" y="105410"/>
                  </a:cubicBezTo>
                  <a:cubicBezTo>
                    <a:pt x="1182370" y="100330"/>
                    <a:pt x="1178560" y="93980"/>
                    <a:pt x="1174750" y="88900"/>
                  </a:cubicBezTo>
                  <a:cubicBezTo>
                    <a:pt x="1170940" y="83820"/>
                    <a:pt x="1168400" y="77470"/>
                    <a:pt x="1164590" y="72390"/>
                  </a:cubicBezTo>
                  <a:cubicBezTo>
                    <a:pt x="1163320" y="71120"/>
                    <a:pt x="1159510" y="69850"/>
                    <a:pt x="1158240" y="71120"/>
                  </a:cubicBezTo>
                  <a:lnTo>
                    <a:pt x="1143000" y="78740"/>
                  </a:lnTo>
                  <a:cubicBezTo>
                    <a:pt x="1140460" y="80010"/>
                    <a:pt x="1139190" y="82550"/>
                    <a:pt x="1137920" y="85090"/>
                  </a:cubicBezTo>
                  <a:lnTo>
                    <a:pt x="1136650" y="83820"/>
                  </a:lnTo>
                  <a:cubicBezTo>
                    <a:pt x="1137920" y="80010"/>
                    <a:pt x="1139190" y="76200"/>
                    <a:pt x="1140460" y="74930"/>
                  </a:cubicBezTo>
                  <a:lnTo>
                    <a:pt x="1125220" y="71120"/>
                  </a:lnTo>
                  <a:cubicBezTo>
                    <a:pt x="1121410" y="69850"/>
                    <a:pt x="1115060" y="69850"/>
                    <a:pt x="1112520" y="69850"/>
                  </a:cubicBezTo>
                  <a:lnTo>
                    <a:pt x="1092200" y="69850"/>
                  </a:lnTo>
                  <a:cubicBezTo>
                    <a:pt x="1084580" y="69850"/>
                    <a:pt x="1078230" y="68580"/>
                    <a:pt x="1070610" y="69850"/>
                  </a:cubicBezTo>
                  <a:cubicBezTo>
                    <a:pt x="1065530" y="71120"/>
                    <a:pt x="1061720" y="68580"/>
                    <a:pt x="1057910" y="66040"/>
                  </a:cubicBezTo>
                  <a:cubicBezTo>
                    <a:pt x="1047750" y="58420"/>
                    <a:pt x="1037590" y="49530"/>
                    <a:pt x="1023620" y="53340"/>
                  </a:cubicBezTo>
                  <a:cubicBezTo>
                    <a:pt x="1022350" y="53340"/>
                    <a:pt x="1019810" y="52070"/>
                    <a:pt x="1018540" y="50800"/>
                  </a:cubicBezTo>
                  <a:cubicBezTo>
                    <a:pt x="1014730" y="49530"/>
                    <a:pt x="1012190" y="46990"/>
                    <a:pt x="1007110" y="44450"/>
                  </a:cubicBezTo>
                  <a:cubicBezTo>
                    <a:pt x="1007110" y="48260"/>
                    <a:pt x="1007110" y="49530"/>
                    <a:pt x="1008380" y="52070"/>
                  </a:cubicBezTo>
                  <a:cubicBezTo>
                    <a:pt x="1005840" y="54610"/>
                    <a:pt x="1004570" y="53340"/>
                    <a:pt x="1003300" y="52070"/>
                  </a:cubicBezTo>
                  <a:cubicBezTo>
                    <a:pt x="1002030" y="53340"/>
                    <a:pt x="1000760" y="55880"/>
                    <a:pt x="999490" y="55880"/>
                  </a:cubicBezTo>
                  <a:cubicBezTo>
                    <a:pt x="993140" y="58420"/>
                    <a:pt x="986790" y="59690"/>
                    <a:pt x="980440" y="62230"/>
                  </a:cubicBezTo>
                  <a:cubicBezTo>
                    <a:pt x="977900" y="63500"/>
                    <a:pt x="975360" y="64770"/>
                    <a:pt x="974090" y="66040"/>
                  </a:cubicBezTo>
                  <a:cubicBezTo>
                    <a:pt x="969010" y="69850"/>
                    <a:pt x="965200" y="76200"/>
                    <a:pt x="956310" y="74930"/>
                  </a:cubicBezTo>
                  <a:cubicBezTo>
                    <a:pt x="955040" y="74930"/>
                    <a:pt x="952500" y="77470"/>
                    <a:pt x="949960" y="77470"/>
                  </a:cubicBezTo>
                  <a:cubicBezTo>
                    <a:pt x="947420" y="78740"/>
                    <a:pt x="943610" y="78740"/>
                    <a:pt x="941070" y="80010"/>
                  </a:cubicBezTo>
                  <a:lnTo>
                    <a:pt x="938530" y="80010"/>
                  </a:lnTo>
                  <a:cubicBezTo>
                    <a:pt x="930910" y="82550"/>
                    <a:pt x="924560" y="85090"/>
                    <a:pt x="916940" y="86360"/>
                  </a:cubicBezTo>
                  <a:lnTo>
                    <a:pt x="911860" y="86360"/>
                  </a:lnTo>
                  <a:cubicBezTo>
                    <a:pt x="905510" y="86360"/>
                    <a:pt x="900430" y="85090"/>
                    <a:pt x="894080" y="85090"/>
                  </a:cubicBezTo>
                  <a:cubicBezTo>
                    <a:pt x="887730" y="85090"/>
                    <a:pt x="881380" y="87630"/>
                    <a:pt x="875030" y="87630"/>
                  </a:cubicBezTo>
                  <a:cubicBezTo>
                    <a:pt x="867410" y="87630"/>
                    <a:pt x="858520" y="87630"/>
                    <a:pt x="852170" y="82550"/>
                  </a:cubicBezTo>
                  <a:cubicBezTo>
                    <a:pt x="850900" y="81280"/>
                    <a:pt x="847090" y="81280"/>
                    <a:pt x="844550" y="82550"/>
                  </a:cubicBezTo>
                  <a:cubicBezTo>
                    <a:pt x="835660" y="83820"/>
                    <a:pt x="826770" y="85090"/>
                    <a:pt x="819150" y="87630"/>
                  </a:cubicBezTo>
                  <a:cubicBezTo>
                    <a:pt x="811530" y="90170"/>
                    <a:pt x="807720" y="87630"/>
                    <a:pt x="805180" y="81280"/>
                  </a:cubicBezTo>
                  <a:cubicBezTo>
                    <a:pt x="803910" y="78740"/>
                    <a:pt x="801370" y="76200"/>
                    <a:pt x="798830" y="73660"/>
                  </a:cubicBezTo>
                  <a:cubicBezTo>
                    <a:pt x="795020" y="71120"/>
                    <a:pt x="791210" y="67310"/>
                    <a:pt x="787400" y="67310"/>
                  </a:cubicBezTo>
                  <a:cubicBezTo>
                    <a:pt x="778510" y="67310"/>
                    <a:pt x="773430" y="62230"/>
                    <a:pt x="767080" y="58420"/>
                  </a:cubicBezTo>
                  <a:cubicBezTo>
                    <a:pt x="756920" y="52070"/>
                    <a:pt x="748030" y="44450"/>
                    <a:pt x="735330" y="45720"/>
                  </a:cubicBezTo>
                  <a:lnTo>
                    <a:pt x="735330" y="39370"/>
                  </a:lnTo>
                  <a:cubicBezTo>
                    <a:pt x="737870" y="39370"/>
                    <a:pt x="740410" y="39370"/>
                    <a:pt x="742950" y="38100"/>
                  </a:cubicBezTo>
                  <a:cubicBezTo>
                    <a:pt x="739140" y="35560"/>
                    <a:pt x="739140" y="31750"/>
                    <a:pt x="736600" y="29210"/>
                  </a:cubicBezTo>
                  <a:cubicBezTo>
                    <a:pt x="731520" y="25400"/>
                    <a:pt x="726440" y="24130"/>
                    <a:pt x="721360" y="21590"/>
                  </a:cubicBezTo>
                  <a:cubicBezTo>
                    <a:pt x="717550" y="20320"/>
                    <a:pt x="712470" y="20320"/>
                    <a:pt x="715010" y="26670"/>
                  </a:cubicBezTo>
                  <a:cubicBezTo>
                    <a:pt x="708660" y="27940"/>
                    <a:pt x="703580" y="27940"/>
                    <a:pt x="701040" y="30480"/>
                  </a:cubicBezTo>
                  <a:cubicBezTo>
                    <a:pt x="695960" y="34290"/>
                    <a:pt x="690880" y="31750"/>
                    <a:pt x="687070" y="29210"/>
                  </a:cubicBezTo>
                  <a:cubicBezTo>
                    <a:pt x="684530" y="27940"/>
                    <a:pt x="681990" y="26670"/>
                    <a:pt x="679450" y="27940"/>
                  </a:cubicBezTo>
                  <a:cubicBezTo>
                    <a:pt x="664210" y="35560"/>
                    <a:pt x="648970" y="31750"/>
                    <a:pt x="633730" y="31750"/>
                  </a:cubicBezTo>
                  <a:cubicBezTo>
                    <a:pt x="631190" y="31750"/>
                    <a:pt x="628650" y="30480"/>
                    <a:pt x="624840" y="30480"/>
                  </a:cubicBezTo>
                  <a:cubicBezTo>
                    <a:pt x="619760" y="29210"/>
                    <a:pt x="615950" y="26670"/>
                    <a:pt x="610870" y="25400"/>
                  </a:cubicBezTo>
                  <a:cubicBezTo>
                    <a:pt x="605790" y="24130"/>
                    <a:pt x="599440" y="22860"/>
                    <a:pt x="594360" y="21590"/>
                  </a:cubicBezTo>
                  <a:lnTo>
                    <a:pt x="590550" y="21590"/>
                  </a:lnTo>
                  <a:cubicBezTo>
                    <a:pt x="581660" y="21590"/>
                    <a:pt x="572770" y="22860"/>
                    <a:pt x="565150" y="22860"/>
                  </a:cubicBezTo>
                  <a:cubicBezTo>
                    <a:pt x="558800" y="22860"/>
                    <a:pt x="552450" y="20320"/>
                    <a:pt x="544830" y="19050"/>
                  </a:cubicBezTo>
                  <a:cubicBezTo>
                    <a:pt x="543560" y="8890"/>
                    <a:pt x="533400" y="11430"/>
                    <a:pt x="527050" y="6350"/>
                  </a:cubicBezTo>
                  <a:cubicBezTo>
                    <a:pt x="525780" y="5080"/>
                    <a:pt x="523240" y="6350"/>
                    <a:pt x="521970" y="6350"/>
                  </a:cubicBezTo>
                  <a:cubicBezTo>
                    <a:pt x="514350" y="5080"/>
                    <a:pt x="509270" y="8890"/>
                    <a:pt x="506730" y="15240"/>
                  </a:cubicBezTo>
                  <a:cubicBezTo>
                    <a:pt x="502920" y="21590"/>
                    <a:pt x="492760" y="24130"/>
                    <a:pt x="496570" y="34290"/>
                  </a:cubicBezTo>
                  <a:cubicBezTo>
                    <a:pt x="497840" y="35560"/>
                    <a:pt x="500380" y="36830"/>
                    <a:pt x="501650" y="39370"/>
                  </a:cubicBezTo>
                  <a:cubicBezTo>
                    <a:pt x="501650" y="43180"/>
                    <a:pt x="500380" y="45720"/>
                    <a:pt x="496570" y="44450"/>
                  </a:cubicBezTo>
                  <a:cubicBezTo>
                    <a:pt x="495300" y="44450"/>
                    <a:pt x="494030" y="46990"/>
                    <a:pt x="492760" y="48260"/>
                  </a:cubicBezTo>
                  <a:cubicBezTo>
                    <a:pt x="491490" y="49530"/>
                    <a:pt x="491490" y="52070"/>
                    <a:pt x="490220" y="52070"/>
                  </a:cubicBezTo>
                  <a:cubicBezTo>
                    <a:pt x="482600" y="54610"/>
                    <a:pt x="477520" y="60960"/>
                    <a:pt x="468630" y="59690"/>
                  </a:cubicBezTo>
                  <a:lnTo>
                    <a:pt x="466090" y="59690"/>
                  </a:lnTo>
                  <a:cubicBezTo>
                    <a:pt x="458470" y="66040"/>
                    <a:pt x="450850" y="64770"/>
                    <a:pt x="441960" y="63500"/>
                  </a:cubicBezTo>
                  <a:cubicBezTo>
                    <a:pt x="438150" y="62230"/>
                    <a:pt x="433070" y="63500"/>
                    <a:pt x="427990" y="63500"/>
                  </a:cubicBezTo>
                  <a:cubicBezTo>
                    <a:pt x="424180" y="63500"/>
                    <a:pt x="420370" y="63500"/>
                    <a:pt x="416560" y="60960"/>
                  </a:cubicBezTo>
                  <a:cubicBezTo>
                    <a:pt x="411480" y="58420"/>
                    <a:pt x="406400" y="54610"/>
                    <a:pt x="401320" y="52070"/>
                  </a:cubicBezTo>
                  <a:cubicBezTo>
                    <a:pt x="396240" y="49530"/>
                    <a:pt x="389890" y="49530"/>
                    <a:pt x="389890" y="40640"/>
                  </a:cubicBezTo>
                  <a:cubicBezTo>
                    <a:pt x="389890" y="39370"/>
                    <a:pt x="387350" y="38100"/>
                    <a:pt x="387350" y="36830"/>
                  </a:cubicBezTo>
                  <a:cubicBezTo>
                    <a:pt x="378460" y="44450"/>
                    <a:pt x="370840" y="50800"/>
                    <a:pt x="363220" y="57150"/>
                  </a:cubicBezTo>
                  <a:cubicBezTo>
                    <a:pt x="359410" y="60960"/>
                    <a:pt x="354330" y="66040"/>
                    <a:pt x="356870" y="72390"/>
                  </a:cubicBezTo>
                  <a:cubicBezTo>
                    <a:pt x="356870" y="73660"/>
                    <a:pt x="355600" y="74930"/>
                    <a:pt x="355600" y="76200"/>
                  </a:cubicBezTo>
                  <a:cubicBezTo>
                    <a:pt x="354330" y="78740"/>
                    <a:pt x="353060" y="81280"/>
                    <a:pt x="350520" y="82550"/>
                  </a:cubicBezTo>
                  <a:cubicBezTo>
                    <a:pt x="347980" y="86360"/>
                    <a:pt x="345440" y="90170"/>
                    <a:pt x="342900" y="95250"/>
                  </a:cubicBezTo>
                  <a:lnTo>
                    <a:pt x="335280" y="102870"/>
                  </a:lnTo>
                  <a:cubicBezTo>
                    <a:pt x="332740" y="106680"/>
                    <a:pt x="330200" y="110490"/>
                    <a:pt x="326390" y="113030"/>
                  </a:cubicBezTo>
                  <a:cubicBezTo>
                    <a:pt x="317500" y="120650"/>
                    <a:pt x="308610" y="128270"/>
                    <a:pt x="298450" y="135890"/>
                  </a:cubicBezTo>
                  <a:cubicBezTo>
                    <a:pt x="293370" y="140970"/>
                    <a:pt x="287020" y="144780"/>
                    <a:pt x="281940" y="149860"/>
                  </a:cubicBezTo>
                  <a:cubicBezTo>
                    <a:pt x="273050" y="157480"/>
                    <a:pt x="262890" y="163830"/>
                    <a:pt x="257810" y="175260"/>
                  </a:cubicBezTo>
                  <a:cubicBezTo>
                    <a:pt x="257810" y="176530"/>
                    <a:pt x="255270" y="177800"/>
                    <a:pt x="254000" y="179070"/>
                  </a:cubicBezTo>
                  <a:cubicBezTo>
                    <a:pt x="247650" y="184150"/>
                    <a:pt x="237490" y="184150"/>
                    <a:pt x="237490" y="194310"/>
                  </a:cubicBezTo>
                  <a:cubicBezTo>
                    <a:pt x="227330" y="194310"/>
                    <a:pt x="222250" y="201930"/>
                    <a:pt x="217170" y="208280"/>
                  </a:cubicBezTo>
                  <a:cubicBezTo>
                    <a:pt x="213360" y="213360"/>
                    <a:pt x="209550" y="219710"/>
                    <a:pt x="204470" y="223520"/>
                  </a:cubicBezTo>
                  <a:cubicBezTo>
                    <a:pt x="199390" y="226060"/>
                    <a:pt x="193040" y="224790"/>
                    <a:pt x="186690" y="224790"/>
                  </a:cubicBezTo>
                  <a:cubicBezTo>
                    <a:pt x="184150" y="224790"/>
                    <a:pt x="181610" y="224790"/>
                    <a:pt x="181610" y="226060"/>
                  </a:cubicBezTo>
                  <a:cubicBezTo>
                    <a:pt x="176530" y="231140"/>
                    <a:pt x="170180" y="234950"/>
                    <a:pt x="166370" y="241300"/>
                  </a:cubicBezTo>
                  <a:cubicBezTo>
                    <a:pt x="162560" y="247650"/>
                    <a:pt x="158750" y="251460"/>
                    <a:pt x="152400" y="252730"/>
                  </a:cubicBezTo>
                  <a:cubicBezTo>
                    <a:pt x="146050" y="254000"/>
                    <a:pt x="139700" y="260350"/>
                    <a:pt x="130810" y="256540"/>
                  </a:cubicBezTo>
                  <a:cubicBezTo>
                    <a:pt x="123190" y="254000"/>
                    <a:pt x="114300" y="256540"/>
                    <a:pt x="109220" y="251460"/>
                  </a:cubicBezTo>
                  <a:cubicBezTo>
                    <a:pt x="99060" y="252730"/>
                    <a:pt x="91440" y="255270"/>
                    <a:pt x="82550" y="256540"/>
                  </a:cubicBezTo>
                  <a:cubicBezTo>
                    <a:pt x="72390" y="259080"/>
                    <a:pt x="60960" y="257810"/>
                    <a:pt x="52070" y="265430"/>
                  </a:cubicBezTo>
                  <a:cubicBezTo>
                    <a:pt x="44450" y="271780"/>
                    <a:pt x="38100" y="278130"/>
                    <a:pt x="26670" y="276860"/>
                  </a:cubicBezTo>
                  <a:cubicBezTo>
                    <a:pt x="27940" y="284480"/>
                    <a:pt x="29210" y="290830"/>
                    <a:pt x="30480" y="298450"/>
                  </a:cubicBezTo>
                  <a:cubicBezTo>
                    <a:pt x="33020" y="318770"/>
                    <a:pt x="35560" y="339090"/>
                    <a:pt x="36830" y="359410"/>
                  </a:cubicBezTo>
                  <a:cubicBezTo>
                    <a:pt x="40640" y="384810"/>
                    <a:pt x="41910" y="408940"/>
                    <a:pt x="39370" y="433070"/>
                  </a:cubicBezTo>
                  <a:cubicBezTo>
                    <a:pt x="36830" y="467360"/>
                    <a:pt x="25400" y="1640840"/>
                    <a:pt x="13970" y="1672590"/>
                  </a:cubicBezTo>
                  <a:lnTo>
                    <a:pt x="2540" y="1699260"/>
                  </a:lnTo>
                  <a:cubicBezTo>
                    <a:pt x="0" y="1705610"/>
                    <a:pt x="3810" y="1709420"/>
                    <a:pt x="10160" y="1710690"/>
                  </a:cubicBezTo>
                  <a:cubicBezTo>
                    <a:pt x="17780" y="1711960"/>
                    <a:pt x="20320" y="1717040"/>
                    <a:pt x="22860" y="1723390"/>
                  </a:cubicBezTo>
                  <a:cubicBezTo>
                    <a:pt x="25400" y="1733550"/>
                    <a:pt x="21590" y="1743710"/>
                    <a:pt x="26670" y="1753870"/>
                  </a:cubicBezTo>
                  <a:cubicBezTo>
                    <a:pt x="29210" y="1758950"/>
                    <a:pt x="26670" y="1767840"/>
                    <a:pt x="25400" y="1775460"/>
                  </a:cubicBezTo>
                  <a:cubicBezTo>
                    <a:pt x="24130" y="1785620"/>
                    <a:pt x="26670" y="1795780"/>
                    <a:pt x="30480" y="1804670"/>
                  </a:cubicBezTo>
                  <a:cubicBezTo>
                    <a:pt x="39370" y="1819910"/>
                    <a:pt x="40640" y="1837690"/>
                    <a:pt x="40640" y="1854200"/>
                  </a:cubicBezTo>
                  <a:cubicBezTo>
                    <a:pt x="40640" y="1858010"/>
                    <a:pt x="41910" y="1861820"/>
                    <a:pt x="43180" y="1864360"/>
                  </a:cubicBezTo>
                  <a:cubicBezTo>
                    <a:pt x="45720" y="1866900"/>
                    <a:pt x="50800" y="1869440"/>
                    <a:pt x="55880" y="1870710"/>
                  </a:cubicBezTo>
                  <a:lnTo>
                    <a:pt x="86360" y="1885950"/>
                  </a:lnTo>
                  <a:cubicBezTo>
                    <a:pt x="100330" y="1893570"/>
                    <a:pt x="111760" y="1892300"/>
                    <a:pt x="124460" y="1883410"/>
                  </a:cubicBezTo>
                  <a:cubicBezTo>
                    <a:pt x="125730" y="1882140"/>
                    <a:pt x="129540" y="1880870"/>
                    <a:pt x="130810" y="1880870"/>
                  </a:cubicBezTo>
                  <a:cubicBezTo>
                    <a:pt x="139700" y="1882140"/>
                    <a:pt x="148590" y="1882140"/>
                    <a:pt x="156210" y="1889760"/>
                  </a:cubicBezTo>
                  <a:cubicBezTo>
                    <a:pt x="165100" y="1897380"/>
                    <a:pt x="177800" y="1902460"/>
                    <a:pt x="187960" y="1908810"/>
                  </a:cubicBezTo>
                  <a:cubicBezTo>
                    <a:pt x="194310" y="1912620"/>
                    <a:pt x="201930" y="1917700"/>
                    <a:pt x="205740" y="1922780"/>
                  </a:cubicBezTo>
                  <a:cubicBezTo>
                    <a:pt x="208280" y="1925320"/>
                    <a:pt x="210820" y="1927860"/>
                    <a:pt x="213360" y="1929130"/>
                  </a:cubicBezTo>
                  <a:cubicBezTo>
                    <a:pt x="227330" y="1934210"/>
                    <a:pt x="234950" y="1946910"/>
                    <a:pt x="243840" y="1957070"/>
                  </a:cubicBezTo>
                  <a:cubicBezTo>
                    <a:pt x="251460" y="1965960"/>
                    <a:pt x="261620" y="1971040"/>
                    <a:pt x="273050" y="1972310"/>
                  </a:cubicBezTo>
                  <a:cubicBezTo>
                    <a:pt x="285750" y="1974850"/>
                    <a:pt x="298450" y="1976120"/>
                    <a:pt x="311150" y="1978660"/>
                  </a:cubicBezTo>
                  <a:cubicBezTo>
                    <a:pt x="316230" y="1979930"/>
                    <a:pt x="322580" y="1981200"/>
                    <a:pt x="327660" y="1983740"/>
                  </a:cubicBezTo>
                  <a:cubicBezTo>
                    <a:pt x="334010" y="1986280"/>
                    <a:pt x="340360" y="1986280"/>
                    <a:pt x="345440" y="1990090"/>
                  </a:cubicBezTo>
                  <a:cubicBezTo>
                    <a:pt x="353060" y="1996440"/>
                    <a:pt x="360680" y="2000250"/>
                    <a:pt x="370840" y="1997710"/>
                  </a:cubicBezTo>
                  <a:cubicBezTo>
                    <a:pt x="374650" y="1996440"/>
                    <a:pt x="379730" y="1998980"/>
                    <a:pt x="383540" y="2000250"/>
                  </a:cubicBezTo>
                  <a:cubicBezTo>
                    <a:pt x="384810" y="2000250"/>
                    <a:pt x="386080" y="2001520"/>
                    <a:pt x="387350" y="2001520"/>
                  </a:cubicBezTo>
                  <a:cubicBezTo>
                    <a:pt x="401320" y="2002790"/>
                    <a:pt x="414020" y="2000250"/>
                    <a:pt x="426720" y="1997710"/>
                  </a:cubicBezTo>
                  <a:cubicBezTo>
                    <a:pt x="431800" y="1996440"/>
                    <a:pt x="436880" y="1995170"/>
                    <a:pt x="441960" y="1992630"/>
                  </a:cubicBezTo>
                  <a:cubicBezTo>
                    <a:pt x="455930" y="1986280"/>
                    <a:pt x="469900" y="1979930"/>
                    <a:pt x="482600" y="1972310"/>
                  </a:cubicBezTo>
                  <a:cubicBezTo>
                    <a:pt x="491490" y="1967230"/>
                    <a:pt x="500380" y="1962150"/>
                    <a:pt x="510540" y="1967230"/>
                  </a:cubicBezTo>
                  <a:lnTo>
                    <a:pt x="515620" y="1967230"/>
                  </a:lnTo>
                  <a:cubicBezTo>
                    <a:pt x="524510" y="1967230"/>
                    <a:pt x="533400" y="1965960"/>
                    <a:pt x="541020" y="1964690"/>
                  </a:cubicBezTo>
                  <a:cubicBezTo>
                    <a:pt x="542290" y="1964690"/>
                    <a:pt x="544830" y="1964690"/>
                    <a:pt x="544830" y="1963420"/>
                  </a:cubicBezTo>
                  <a:cubicBezTo>
                    <a:pt x="548640" y="1958340"/>
                    <a:pt x="554990" y="1958340"/>
                    <a:pt x="561340" y="1957070"/>
                  </a:cubicBezTo>
                  <a:cubicBezTo>
                    <a:pt x="571500" y="1955800"/>
                    <a:pt x="581660" y="1955800"/>
                    <a:pt x="589280" y="1949450"/>
                  </a:cubicBezTo>
                  <a:cubicBezTo>
                    <a:pt x="596900" y="1944370"/>
                    <a:pt x="604520" y="1943100"/>
                    <a:pt x="613410" y="1941830"/>
                  </a:cubicBezTo>
                  <a:cubicBezTo>
                    <a:pt x="614680" y="1941830"/>
                    <a:pt x="617220" y="1940560"/>
                    <a:pt x="618490" y="1940560"/>
                  </a:cubicBezTo>
                  <a:cubicBezTo>
                    <a:pt x="624840" y="1939290"/>
                    <a:pt x="631190" y="1935480"/>
                    <a:pt x="636270" y="1936750"/>
                  </a:cubicBezTo>
                  <a:cubicBezTo>
                    <a:pt x="647700" y="1939290"/>
                    <a:pt x="652780" y="1935480"/>
                    <a:pt x="660400" y="1925320"/>
                  </a:cubicBezTo>
                  <a:cubicBezTo>
                    <a:pt x="661670" y="1922780"/>
                    <a:pt x="665480" y="1921510"/>
                    <a:pt x="668020" y="1920240"/>
                  </a:cubicBezTo>
                  <a:cubicBezTo>
                    <a:pt x="674370" y="1918970"/>
                    <a:pt x="680720" y="1920240"/>
                    <a:pt x="687070" y="1918970"/>
                  </a:cubicBezTo>
                  <a:cubicBezTo>
                    <a:pt x="690880" y="1918970"/>
                    <a:pt x="694690" y="1915160"/>
                    <a:pt x="697230" y="1915160"/>
                  </a:cubicBezTo>
                  <a:cubicBezTo>
                    <a:pt x="707390" y="1916430"/>
                    <a:pt x="718820" y="1912620"/>
                    <a:pt x="727710" y="1918970"/>
                  </a:cubicBezTo>
                  <a:cubicBezTo>
                    <a:pt x="728980" y="1920240"/>
                    <a:pt x="731520" y="1920240"/>
                    <a:pt x="734060" y="1920240"/>
                  </a:cubicBezTo>
                  <a:cubicBezTo>
                    <a:pt x="750570" y="1921510"/>
                    <a:pt x="764540" y="1926590"/>
                    <a:pt x="775970" y="1936750"/>
                  </a:cubicBezTo>
                  <a:cubicBezTo>
                    <a:pt x="779780" y="1940560"/>
                    <a:pt x="784860" y="1943100"/>
                    <a:pt x="788670" y="1945640"/>
                  </a:cubicBezTo>
                  <a:cubicBezTo>
                    <a:pt x="792480" y="1948180"/>
                    <a:pt x="797560" y="1948180"/>
                    <a:pt x="801370" y="1949450"/>
                  </a:cubicBezTo>
                  <a:cubicBezTo>
                    <a:pt x="805180" y="1950720"/>
                    <a:pt x="807720" y="1951990"/>
                    <a:pt x="811530" y="1951990"/>
                  </a:cubicBezTo>
                  <a:cubicBezTo>
                    <a:pt x="817880" y="1951990"/>
                    <a:pt x="822960" y="1954530"/>
                    <a:pt x="826770" y="1959610"/>
                  </a:cubicBezTo>
                  <a:cubicBezTo>
                    <a:pt x="828040" y="1960880"/>
                    <a:pt x="829310" y="1962150"/>
                    <a:pt x="830580" y="1964690"/>
                  </a:cubicBezTo>
                  <a:cubicBezTo>
                    <a:pt x="829310" y="1968500"/>
                    <a:pt x="836930" y="1978660"/>
                    <a:pt x="842010" y="1978660"/>
                  </a:cubicBezTo>
                  <a:cubicBezTo>
                    <a:pt x="850900" y="1978660"/>
                    <a:pt x="859790" y="1981200"/>
                    <a:pt x="867410" y="1987550"/>
                  </a:cubicBezTo>
                  <a:cubicBezTo>
                    <a:pt x="868680" y="1988820"/>
                    <a:pt x="871220" y="1988820"/>
                    <a:pt x="873760" y="1987550"/>
                  </a:cubicBezTo>
                  <a:cubicBezTo>
                    <a:pt x="877570" y="1986280"/>
                    <a:pt x="880110" y="1986280"/>
                    <a:pt x="882650" y="1990090"/>
                  </a:cubicBezTo>
                  <a:cubicBezTo>
                    <a:pt x="883920" y="1991360"/>
                    <a:pt x="889000" y="1991360"/>
                    <a:pt x="891540" y="1991360"/>
                  </a:cubicBezTo>
                  <a:cubicBezTo>
                    <a:pt x="897890" y="1991360"/>
                    <a:pt x="905510" y="1990090"/>
                    <a:pt x="911860" y="1991360"/>
                  </a:cubicBezTo>
                  <a:cubicBezTo>
                    <a:pt x="923290" y="1992630"/>
                    <a:pt x="933450" y="1993900"/>
                    <a:pt x="944880" y="1996440"/>
                  </a:cubicBezTo>
                  <a:cubicBezTo>
                    <a:pt x="947420" y="1996440"/>
                    <a:pt x="949960" y="1997710"/>
                    <a:pt x="951230" y="1998980"/>
                  </a:cubicBezTo>
                  <a:cubicBezTo>
                    <a:pt x="953770" y="2005330"/>
                    <a:pt x="960120" y="2005330"/>
                    <a:pt x="963930" y="2006600"/>
                  </a:cubicBezTo>
                  <a:cubicBezTo>
                    <a:pt x="967740" y="2007870"/>
                    <a:pt x="972820" y="2009140"/>
                    <a:pt x="975360" y="2009140"/>
                  </a:cubicBezTo>
                  <a:cubicBezTo>
                    <a:pt x="976630" y="2007870"/>
                    <a:pt x="979170" y="2006600"/>
                    <a:pt x="981710" y="2004060"/>
                  </a:cubicBezTo>
                  <a:cubicBezTo>
                    <a:pt x="976630" y="2004060"/>
                    <a:pt x="974090" y="2005330"/>
                    <a:pt x="971550" y="2005330"/>
                  </a:cubicBezTo>
                  <a:cubicBezTo>
                    <a:pt x="976630" y="1998980"/>
                    <a:pt x="981710" y="1997710"/>
                    <a:pt x="988060" y="2001520"/>
                  </a:cubicBezTo>
                  <a:cubicBezTo>
                    <a:pt x="995680" y="2007870"/>
                    <a:pt x="1002030" y="2007870"/>
                    <a:pt x="1010920" y="2001520"/>
                  </a:cubicBezTo>
                  <a:lnTo>
                    <a:pt x="1018540" y="1997710"/>
                  </a:lnTo>
                  <a:lnTo>
                    <a:pt x="1018540" y="1991360"/>
                  </a:lnTo>
                  <a:cubicBezTo>
                    <a:pt x="1022350" y="1992630"/>
                    <a:pt x="1026160" y="1995170"/>
                    <a:pt x="1028700" y="1995170"/>
                  </a:cubicBezTo>
                  <a:cubicBezTo>
                    <a:pt x="1036320" y="1991360"/>
                    <a:pt x="1043940" y="1987550"/>
                    <a:pt x="1050290" y="1982470"/>
                  </a:cubicBezTo>
                  <a:cubicBezTo>
                    <a:pt x="1057910" y="1977390"/>
                    <a:pt x="1064260" y="1971040"/>
                    <a:pt x="1070610" y="1965960"/>
                  </a:cubicBezTo>
                  <a:cubicBezTo>
                    <a:pt x="1071880" y="1965960"/>
                    <a:pt x="1071880" y="1964690"/>
                    <a:pt x="1073150" y="1964690"/>
                  </a:cubicBezTo>
                  <a:cubicBezTo>
                    <a:pt x="1082040" y="1962150"/>
                    <a:pt x="1089660" y="1960880"/>
                    <a:pt x="1098550" y="1958340"/>
                  </a:cubicBezTo>
                  <a:cubicBezTo>
                    <a:pt x="1103630" y="1957070"/>
                    <a:pt x="1107440" y="1954530"/>
                    <a:pt x="1112520" y="1953260"/>
                  </a:cubicBezTo>
                  <a:cubicBezTo>
                    <a:pt x="1116330" y="1951990"/>
                    <a:pt x="1118870" y="1951990"/>
                    <a:pt x="1122680" y="1950720"/>
                  </a:cubicBezTo>
                  <a:lnTo>
                    <a:pt x="1135380" y="1950720"/>
                  </a:lnTo>
                  <a:cubicBezTo>
                    <a:pt x="1137920" y="1950720"/>
                    <a:pt x="1141730" y="1950720"/>
                    <a:pt x="1144270" y="1949450"/>
                  </a:cubicBezTo>
                  <a:cubicBezTo>
                    <a:pt x="1145540" y="1946910"/>
                    <a:pt x="1148080" y="1943100"/>
                    <a:pt x="1149350" y="1943100"/>
                  </a:cubicBezTo>
                  <a:cubicBezTo>
                    <a:pt x="1153160" y="1943100"/>
                    <a:pt x="1155700" y="1945640"/>
                    <a:pt x="1159510" y="1946910"/>
                  </a:cubicBezTo>
                  <a:cubicBezTo>
                    <a:pt x="1160780" y="1946910"/>
                    <a:pt x="1160780" y="1948180"/>
                    <a:pt x="1160780" y="1949450"/>
                  </a:cubicBezTo>
                  <a:cubicBezTo>
                    <a:pt x="1165860" y="1954530"/>
                    <a:pt x="1169670" y="1960880"/>
                    <a:pt x="1174750" y="1965960"/>
                  </a:cubicBezTo>
                  <a:cubicBezTo>
                    <a:pt x="1181100" y="1972310"/>
                    <a:pt x="1187450" y="1972310"/>
                    <a:pt x="1191260" y="1968500"/>
                  </a:cubicBezTo>
                  <a:cubicBezTo>
                    <a:pt x="1197610" y="1963420"/>
                    <a:pt x="1202690" y="1959610"/>
                    <a:pt x="1211580" y="1962150"/>
                  </a:cubicBezTo>
                  <a:cubicBezTo>
                    <a:pt x="1212850" y="1962150"/>
                    <a:pt x="1215390" y="1963420"/>
                    <a:pt x="1216660" y="1962150"/>
                  </a:cubicBezTo>
                  <a:cubicBezTo>
                    <a:pt x="1223010" y="1959610"/>
                    <a:pt x="1230630" y="1957070"/>
                    <a:pt x="1236980" y="1953260"/>
                  </a:cubicBezTo>
                  <a:cubicBezTo>
                    <a:pt x="1240790" y="1951990"/>
                    <a:pt x="1245870" y="1951990"/>
                    <a:pt x="1247140" y="1949450"/>
                  </a:cubicBezTo>
                  <a:cubicBezTo>
                    <a:pt x="1250950" y="1941830"/>
                    <a:pt x="1257300" y="1938020"/>
                    <a:pt x="1263650" y="1932940"/>
                  </a:cubicBezTo>
                  <a:cubicBezTo>
                    <a:pt x="1267460" y="1929130"/>
                    <a:pt x="1271270" y="1924050"/>
                    <a:pt x="1275080" y="1922780"/>
                  </a:cubicBezTo>
                  <a:cubicBezTo>
                    <a:pt x="1283970" y="1920240"/>
                    <a:pt x="1290320" y="1912620"/>
                    <a:pt x="1297940" y="1907540"/>
                  </a:cubicBezTo>
                  <a:cubicBezTo>
                    <a:pt x="1304290" y="1903730"/>
                    <a:pt x="1308100" y="1896110"/>
                    <a:pt x="1314450" y="1894840"/>
                  </a:cubicBezTo>
                  <a:cubicBezTo>
                    <a:pt x="1324610" y="1892300"/>
                    <a:pt x="1332230" y="1885950"/>
                    <a:pt x="1341120" y="1879600"/>
                  </a:cubicBezTo>
                  <a:cubicBezTo>
                    <a:pt x="1346200" y="1875790"/>
                    <a:pt x="1352550" y="1873250"/>
                    <a:pt x="1358900" y="1874520"/>
                  </a:cubicBezTo>
                  <a:cubicBezTo>
                    <a:pt x="1362710" y="1875790"/>
                    <a:pt x="1367790" y="1874520"/>
                    <a:pt x="1370330" y="1873250"/>
                  </a:cubicBezTo>
                  <a:cubicBezTo>
                    <a:pt x="1375410" y="1870710"/>
                    <a:pt x="1380490" y="1866900"/>
                    <a:pt x="1385570" y="1864360"/>
                  </a:cubicBezTo>
                  <a:cubicBezTo>
                    <a:pt x="1389380" y="1861820"/>
                    <a:pt x="1393190" y="1859280"/>
                    <a:pt x="1397000" y="1859280"/>
                  </a:cubicBezTo>
                  <a:cubicBezTo>
                    <a:pt x="1409700" y="1858010"/>
                    <a:pt x="1419860" y="1855470"/>
                    <a:pt x="1426210" y="1842770"/>
                  </a:cubicBezTo>
                  <a:cubicBezTo>
                    <a:pt x="1428750" y="1837690"/>
                    <a:pt x="1441450" y="1831340"/>
                    <a:pt x="1446530" y="1833880"/>
                  </a:cubicBezTo>
                  <a:cubicBezTo>
                    <a:pt x="1455420" y="1837690"/>
                    <a:pt x="1461770" y="1835150"/>
                    <a:pt x="1466850" y="1827530"/>
                  </a:cubicBezTo>
                  <a:cubicBezTo>
                    <a:pt x="1470660" y="1823720"/>
                    <a:pt x="1475740" y="1824990"/>
                    <a:pt x="1479550" y="1827530"/>
                  </a:cubicBezTo>
                  <a:cubicBezTo>
                    <a:pt x="1482090" y="1830070"/>
                    <a:pt x="1484630" y="1831340"/>
                    <a:pt x="1487170" y="1831340"/>
                  </a:cubicBezTo>
                  <a:cubicBezTo>
                    <a:pt x="1496060" y="1832610"/>
                    <a:pt x="1506220" y="1831340"/>
                    <a:pt x="1515110" y="1832610"/>
                  </a:cubicBezTo>
                  <a:cubicBezTo>
                    <a:pt x="1522730" y="1833880"/>
                    <a:pt x="1530350" y="1831340"/>
                    <a:pt x="1535430" y="1826260"/>
                  </a:cubicBezTo>
                  <a:cubicBezTo>
                    <a:pt x="1540510" y="1821180"/>
                    <a:pt x="1544320" y="1821180"/>
                    <a:pt x="1551940" y="1823720"/>
                  </a:cubicBezTo>
                  <a:cubicBezTo>
                    <a:pt x="1558290" y="1826260"/>
                    <a:pt x="1563370" y="1832610"/>
                    <a:pt x="1572260" y="1831340"/>
                  </a:cubicBezTo>
                  <a:cubicBezTo>
                    <a:pt x="1579880" y="1830070"/>
                    <a:pt x="1588770" y="1833880"/>
                    <a:pt x="1597660" y="1830070"/>
                  </a:cubicBezTo>
                  <a:lnTo>
                    <a:pt x="1602740" y="1830070"/>
                  </a:lnTo>
                  <a:cubicBezTo>
                    <a:pt x="1610360" y="1832610"/>
                    <a:pt x="1617980" y="1833880"/>
                    <a:pt x="1624330" y="1840230"/>
                  </a:cubicBezTo>
                  <a:cubicBezTo>
                    <a:pt x="1631950" y="1846580"/>
                    <a:pt x="1633220" y="1799590"/>
                    <a:pt x="1640840" y="1804670"/>
                  </a:cubicBezTo>
                  <a:cubicBezTo>
                    <a:pt x="1652270" y="1812290"/>
                    <a:pt x="1649730" y="1804670"/>
                    <a:pt x="1661160" y="1811020"/>
                  </a:cubicBezTo>
                  <a:cubicBezTo>
                    <a:pt x="1670050" y="1814830"/>
                    <a:pt x="1666240" y="1800860"/>
                    <a:pt x="1676400" y="1803400"/>
                  </a:cubicBezTo>
                  <a:cubicBezTo>
                    <a:pt x="1677670" y="1803400"/>
                    <a:pt x="1692910" y="1813560"/>
                    <a:pt x="1692910" y="1812290"/>
                  </a:cubicBezTo>
                  <a:cubicBezTo>
                    <a:pt x="1699260" y="1808480"/>
                    <a:pt x="1705610" y="1770380"/>
                    <a:pt x="1711960" y="1771650"/>
                  </a:cubicBezTo>
                  <a:cubicBezTo>
                    <a:pt x="1724660" y="1775460"/>
                    <a:pt x="1736090" y="1772920"/>
                    <a:pt x="1747520" y="1767840"/>
                  </a:cubicBezTo>
                  <a:cubicBezTo>
                    <a:pt x="1753870" y="1765300"/>
                    <a:pt x="1764030" y="1756410"/>
                    <a:pt x="1769110" y="1760220"/>
                  </a:cubicBezTo>
                  <a:cubicBezTo>
                    <a:pt x="1778000" y="1766570"/>
                    <a:pt x="1786890" y="1769110"/>
                    <a:pt x="1797050" y="1770380"/>
                  </a:cubicBezTo>
                  <a:cubicBezTo>
                    <a:pt x="1798320" y="1770380"/>
                    <a:pt x="1799590" y="1771650"/>
                    <a:pt x="1800860" y="1772920"/>
                  </a:cubicBezTo>
                  <a:cubicBezTo>
                    <a:pt x="1804670" y="1778000"/>
                    <a:pt x="1822450" y="1764030"/>
                    <a:pt x="1826260" y="1769110"/>
                  </a:cubicBezTo>
                  <a:cubicBezTo>
                    <a:pt x="1831340" y="1776730"/>
                    <a:pt x="1836420" y="1784350"/>
                    <a:pt x="1841500" y="1790700"/>
                  </a:cubicBezTo>
                  <a:cubicBezTo>
                    <a:pt x="1844040" y="1793240"/>
                    <a:pt x="1847850" y="1794510"/>
                    <a:pt x="1849120" y="1797050"/>
                  </a:cubicBezTo>
                  <a:cubicBezTo>
                    <a:pt x="1850390" y="1803400"/>
                    <a:pt x="1852930" y="1805940"/>
                    <a:pt x="1859280" y="1805940"/>
                  </a:cubicBezTo>
                  <a:cubicBezTo>
                    <a:pt x="1863090" y="1805940"/>
                    <a:pt x="1866900" y="1807210"/>
                    <a:pt x="1869440" y="1809750"/>
                  </a:cubicBezTo>
                  <a:cubicBezTo>
                    <a:pt x="1875790" y="1813560"/>
                    <a:pt x="1880870" y="1817370"/>
                    <a:pt x="1885950" y="1821180"/>
                  </a:cubicBezTo>
                  <a:cubicBezTo>
                    <a:pt x="1892300" y="1824990"/>
                    <a:pt x="1898650" y="1828800"/>
                    <a:pt x="1901190" y="1835150"/>
                  </a:cubicBezTo>
                  <a:cubicBezTo>
                    <a:pt x="1902460" y="1837690"/>
                    <a:pt x="1903730" y="1838960"/>
                    <a:pt x="1905000" y="1840230"/>
                  </a:cubicBezTo>
                  <a:cubicBezTo>
                    <a:pt x="1910080" y="1845310"/>
                    <a:pt x="1915160" y="1849120"/>
                    <a:pt x="1920240" y="1854200"/>
                  </a:cubicBezTo>
                  <a:cubicBezTo>
                    <a:pt x="1927860" y="1860550"/>
                    <a:pt x="1934210" y="1868170"/>
                    <a:pt x="1941830" y="1874520"/>
                  </a:cubicBezTo>
                  <a:cubicBezTo>
                    <a:pt x="1944370" y="1875790"/>
                    <a:pt x="1946910" y="1878330"/>
                    <a:pt x="1949450" y="1879600"/>
                  </a:cubicBezTo>
                  <a:cubicBezTo>
                    <a:pt x="1954530" y="1882140"/>
                    <a:pt x="1959610" y="1884680"/>
                    <a:pt x="1963420" y="1888490"/>
                  </a:cubicBezTo>
                  <a:cubicBezTo>
                    <a:pt x="1967230" y="1892300"/>
                    <a:pt x="1985010" y="1869440"/>
                    <a:pt x="1987550" y="1874520"/>
                  </a:cubicBezTo>
                  <a:cubicBezTo>
                    <a:pt x="1987550" y="1875790"/>
                    <a:pt x="1988820" y="1875790"/>
                    <a:pt x="1990090" y="1875790"/>
                  </a:cubicBezTo>
                  <a:cubicBezTo>
                    <a:pt x="1997710" y="1882140"/>
                    <a:pt x="2005330" y="1879600"/>
                    <a:pt x="2012950" y="1877060"/>
                  </a:cubicBezTo>
                  <a:cubicBezTo>
                    <a:pt x="2015490" y="1875790"/>
                    <a:pt x="2018030" y="1874520"/>
                    <a:pt x="2019300" y="1875790"/>
                  </a:cubicBezTo>
                  <a:cubicBezTo>
                    <a:pt x="2028190" y="1879600"/>
                    <a:pt x="2034540" y="1888490"/>
                    <a:pt x="2045970" y="1889760"/>
                  </a:cubicBezTo>
                  <a:cubicBezTo>
                    <a:pt x="2045970" y="1889760"/>
                    <a:pt x="2047240" y="1889760"/>
                    <a:pt x="2047240" y="1891030"/>
                  </a:cubicBezTo>
                  <a:cubicBezTo>
                    <a:pt x="2049780" y="1898650"/>
                    <a:pt x="2057400" y="1898650"/>
                    <a:pt x="2063750" y="1899920"/>
                  </a:cubicBezTo>
                  <a:cubicBezTo>
                    <a:pt x="2067560" y="1899920"/>
                    <a:pt x="2071370" y="1901190"/>
                    <a:pt x="2073910" y="1902460"/>
                  </a:cubicBezTo>
                  <a:cubicBezTo>
                    <a:pt x="2081530" y="1906270"/>
                    <a:pt x="2089150" y="1911350"/>
                    <a:pt x="2098040" y="1913890"/>
                  </a:cubicBezTo>
                  <a:cubicBezTo>
                    <a:pt x="2109470" y="1917700"/>
                    <a:pt x="2120900" y="1920240"/>
                    <a:pt x="2129790" y="1926590"/>
                  </a:cubicBezTo>
                  <a:cubicBezTo>
                    <a:pt x="2131060" y="1926590"/>
                    <a:pt x="2132330" y="1926590"/>
                    <a:pt x="2132330" y="1927860"/>
                  </a:cubicBezTo>
                  <a:cubicBezTo>
                    <a:pt x="2136140" y="1930400"/>
                    <a:pt x="2142490" y="1931670"/>
                    <a:pt x="2145030" y="1935480"/>
                  </a:cubicBezTo>
                  <a:cubicBezTo>
                    <a:pt x="2148840" y="1943100"/>
                    <a:pt x="2159000" y="1941830"/>
                    <a:pt x="2164080" y="1948180"/>
                  </a:cubicBezTo>
                  <a:lnTo>
                    <a:pt x="2165350" y="1948180"/>
                  </a:lnTo>
                  <a:cubicBezTo>
                    <a:pt x="2170430" y="1948180"/>
                    <a:pt x="2175510" y="1949450"/>
                    <a:pt x="2181860" y="1949450"/>
                  </a:cubicBezTo>
                  <a:cubicBezTo>
                    <a:pt x="2184400" y="1948180"/>
                    <a:pt x="2188210" y="1945640"/>
                    <a:pt x="2190750" y="1945640"/>
                  </a:cubicBezTo>
                  <a:cubicBezTo>
                    <a:pt x="2202180" y="1949450"/>
                    <a:pt x="2213610" y="1949450"/>
                    <a:pt x="2221230" y="1939290"/>
                  </a:cubicBezTo>
                  <a:cubicBezTo>
                    <a:pt x="2222500" y="1938020"/>
                    <a:pt x="2225040" y="1938020"/>
                    <a:pt x="2227580" y="1938020"/>
                  </a:cubicBezTo>
                  <a:lnTo>
                    <a:pt x="2237740" y="1938020"/>
                  </a:lnTo>
                  <a:cubicBezTo>
                    <a:pt x="2249170" y="1935480"/>
                    <a:pt x="2259330" y="1932940"/>
                    <a:pt x="2270760" y="1931670"/>
                  </a:cubicBezTo>
                  <a:cubicBezTo>
                    <a:pt x="2275840" y="1930400"/>
                    <a:pt x="2282190" y="1932940"/>
                    <a:pt x="2287270" y="1934210"/>
                  </a:cubicBezTo>
                  <a:cubicBezTo>
                    <a:pt x="2292350" y="1935480"/>
                    <a:pt x="2297430" y="1935480"/>
                    <a:pt x="2302510" y="1935480"/>
                  </a:cubicBezTo>
                  <a:cubicBezTo>
                    <a:pt x="2308860" y="1935480"/>
                    <a:pt x="2313940" y="1932940"/>
                    <a:pt x="2320290" y="1932940"/>
                  </a:cubicBezTo>
                  <a:cubicBezTo>
                    <a:pt x="2325370" y="1931670"/>
                    <a:pt x="2331720" y="1931670"/>
                    <a:pt x="2336800" y="1930400"/>
                  </a:cubicBezTo>
                  <a:cubicBezTo>
                    <a:pt x="2348230" y="1927860"/>
                    <a:pt x="2358390" y="1925320"/>
                    <a:pt x="2369820" y="1924050"/>
                  </a:cubicBezTo>
                  <a:cubicBezTo>
                    <a:pt x="2377440" y="1880870"/>
                    <a:pt x="2376170" y="1830070"/>
                    <a:pt x="2376170" y="1778000"/>
                  </a:cubicBezTo>
                  <a:close/>
                </a:path>
              </a:pathLst>
            </a:custGeom>
            <a:blipFill>
              <a:blip r:embed="rId4"/>
              <a:stretch>
                <a:fillRect l="-14979" r="-1497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079506" y="4931878"/>
            <a:ext cx="4602150" cy="3898292"/>
            <a:chOff x="0" y="0"/>
            <a:chExt cx="2374900" cy="2011680"/>
          </a:xfrm>
        </p:grpSpPr>
        <p:sp>
          <p:nvSpPr>
            <p:cNvPr id="6" name="Freeform 6"/>
            <p:cNvSpPr/>
            <p:nvPr/>
          </p:nvSpPr>
          <p:spPr>
            <a:xfrm>
              <a:off x="-2540" y="-2540"/>
              <a:ext cx="2377440" cy="2009140"/>
            </a:xfrm>
            <a:custGeom>
              <a:avLst/>
              <a:gdLst/>
              <a:ahLst/>
              <a:cxnLst/>
              <a:rect l="l" t="t" r="r" b="b"/>
              <a:pathLst>
                <a:path w="2377440" h="2009140">
                  <a:moveTo>
                    <a:pt x="2376170" y="1778000"/>
                  </a:moveTo>
                  <a:cubicBezTo>
                    <a:pt x="2374900" y="1276350"/>
                    <a:pt x="2359660" y="598170"/>
                    <a:pt x="2359660" y="97790"/>
                  </a:cubicBezTo>
                  <a:cubicBezTo>
                    <a:pt x="2359660" y="90170"/>
                    <a:pt x="2360930" y="82550"/>
                    <a:pt x="2360930" y="76200"/>
                  </a:cubicBezTo>
                  <a:cubicBezTo>
                    <a:pt x="2359660" y="74930"/>
                    <a:pt x="2358390" y="74930"/>
                    <a:pt x="2357120" y="73660"/>
                  </a:cubicBezTo>
                  <a:cubicBezTo>
                    <a:pt x="2357120" y="73660"/>
                    <a:pt x="2355850" y="74930"/>
                    <a:pt x="2355850" y="76200"/>
                  </a:cubicBezTo>
                  <a:cubicBezTo>
                    <a:pt x="2353310" y="82550"/>
                    <a:pt x="2348230" y="82550"/>
                    <a:pt x="2343150" y="82550"/>
                  </a:cubicBezTo>
                  <a:cubicBezTo>
                    <a:pt x="2336800" y="81280"/>
                    <a:pt x="2330450" y="74930"/>
                    <a:pt x="2322830" y="77470"/>
                  </a:cubicBezTo>
                  <a:cubicBezTo>
                    <a:pt x="2320290" y="78740"/>
                    <a:pt x="2315210" y="76200"/>
                    <a:pt x="2313940" y="73660"/>
                  </a:cubicBezTo>
                  <a:cubicBezTo>
                    <a:pt x="2310130" y="68580"/>
                    <a:pt x="2305050" y="68580"/>
                    <a:pt x="2299970" y="71120"/>
                  </a:cubicBezTo>
                  <a:cubicBezTo>
                    <a:pt x="2297430" y="72390"/>
                    <a:pt x="2294890" y="71120"/>
                    <a:pt x="2292350" y="71120"/>
                  </a:cubicBezTo>
                  <a:cubicBezTo>
                    <a:pt x="2288540" y="71120"/>
                    <a:pt x="2283460" y="69850"/>
                    <a:pt x="2279650" y="68580"/>
                  </a:cubicBezTo>
                  <a:cubicBezTo>
                    <a:pt x="2278380" y="68580"/>
                    <a:pt x="2275840" y="67310"/>
                    <a:pt x="2274570" y="67310"/>
                  </a:cubicBezTo>
                  <a:cubicBezTo>
                    <a:pt x="2270760" y="66040"/>
                    <a:pt x="2266950" y="62230"/>
                    <a:pt x="2263140" y="67310"/>
                  </a:cubicBezTo>
                  <a:cubicBezTo>
                    <a:pt x="2263140" y="67310"/>
                    <a:pt x="2260600" y="67310"/>
                    <a:pt x="2259330" y="66040"/>
                  </a:cubicBezTo>
                  <a:cubicBezTo>
                    <a:pt x="2258060" y="63500"/>
                    <a:pt x="2256790" y="59690"/>
                    <a:pt x="2255520" y="57150"/>
                  </a:cubicBezTo>
                  <a:cubicBezTo>
                    <a:pt x="2252980" y="53340"/>
                    <a:pt x="2252980" y="46990"/>
                    <a:pt x="2249170" y="44450"/>
                  </a:cubicBezTo>
                  <a:cubicBezTo>
                    <a:pt x="2246630" y="43180"/>
                    <a:pt x="2245360" y="41910"/>
                    <a:pt x="2244090" y="39370"/>
                  </a:cubicBezTo>
                  <a:cubicBezTo>
                    <a:pt x="2244090" y="38100"/>
                    <a:pt x="2241550" y="36830"/>
                    <a:pt x="2241550" y="35560"/>
                  </a:cubicBezTo>
                  <a:lnTo>
                    <a:pt x="2237740" y="31750"/>
                  </a:lnTo>
                  <a:cubicBezTo>
                    <a:pt x="2236470" y="29210"/>
                    <a:pt x="2235200" y="25400"/>
                    <a:pt x="2232660" y="24130"/>
                  </a:cubicBezTo>
                  <a:cubicBezTo>
                    <a:pt x="2227580" y="20320"/>
                    <a:pt x="2226310" y="15240"/>
                    <a:pt x="2228850" y="8890"/>
                  </a:cubicBezTo>
                  <a:cubicBezTo>
                    <a:pt x="2225040" y="7620"/>
                    <a:pt x="2222500" y="5080"/>
                    <a:pt x="2218690" y="5080"/>
                  </a:cubicBezTo>
                  <a:cubicBezTo>
                    <a:pt x="2203450" y="6350"/>
                    <a:pt x="2186940" y="8890"/>
                    <a:pt x="2171700" y="10160"/>
                  </a:cubicBezTo>
                  <a:cubicBezTo>
                    <a:pt x="2169160" y="10160"/>
                    <a:pt x="2165350" y="11430"/>
                    <a:pt x="2164080" y="12700"/>
                  </a:cubicBezTo>
                  <a:cubicBezTo>
                    <a:pt x="2153920" y="19050"/>
                    <a:pt x="2143760" y="13970"/>
                    <a:pt x="2133600" y="12700"/>
                  </a:cubicBezTo>
                  <a:cubicBezTo>
                    <a:pt x="2125980" y="12700"/>
                    <a:pt x="2118360" y="8890"/>
                    <a:pt x="2110740" y="7620"/>
                  </a:cubicBezTo>
                  <a:cubicBezTo>
                    <a:pt x="2101850" y="6350"/>
                    <a:pt x="2094230" y="7620"/>
                    <a:pt x="2085340" y="6350"/>
                  </a:cubicBezTo>
                  <a:cubicBezTo>
                    <a:pt x="2084070" y="6350"/>
                    <a:pt x="2082800" y="5080"/>
                    <a:pt x="2081530" y="3810"/>
                  </a:cubicBezTo>
                  <a:cubicBezTo>
                    <a:pt x="2078990" y="0"/>
                    <a:pt x="2073910" y="1270"/>
                    <a:pt x="2071370" y="2540"/>
                  </a:cubicBezTo>
                  <a:cubicBezTo>
                    <a:pt x="2067560" y="5080"/>
                    <a:pt x="2066290" y="8890"/>
                    <a:pt x="2063750" y="12700"/>
                  </a:cubicBezTo>
                  <a:cubicBezTo>
                    <a:pt x="2057400" y="13970"/>
                    <a:pt x="2048510" y="15240"/>
                    <a:pt x="2042160" y="19050"/>
                  </a:cubicBezTo>
                  <a:cubicBezTo>
                    <a:pt x="2037080" y="21590"/>
                    <a:pt x="2034540" y="22860"/>
                    <a:pt x="2030730" y="20320"/>
                  </a:cubicBezTo>
                  <a:lnTo>
                    <a:pt x="2029460" y="21590"/>
                  </a:lnTo>
                  <a:cubicBezTo>
                    <a:pt x="2032000" y="24130"/>
                    <a:pt x="2033270" y="27940"/>
                    <a:pt x="2035810" y="30480"/>
                  </a:cubicBezTo>
                  <a:cubicBezTo>
                    <a:pt x="2032000" y="31750"/>
                    <a:pt x="2026920" y="34290"/>
                    <a:pt x="2024380" y="33020"/>
                  </a:cubicBezTo>
                  <a:cubicBezTo>
                    <a:pt x="2018030" y="31750"/>
                    <a:pt x="2015490" y="34290"/>
                    <a:pt x="2010410" y="36830"/>
                  </a:cubicBezTo>
                  <a:cubicBezTo>
                    <a:pt x="2005330" y="40640"/>
                    <a:pt x="1998980" y="43180"/>
                    <a:pt x="1993900" y="45720"/>
                  </a:cubicBezTo>
                  <a:cubicBezTo>
                    <a:pt x="1992630" y="45720"/>
                    <a:pt x="1991360" y="45720"/>
                    <a:pt x="1990090" y="44450"/>
                  </a:cubicBezTo>
                  <a:cubicBezTo>
                    <a:pt x="1988820" y="44450"/>
                    <a:pt x="1987550" y="43180"/>
                    <a:pt x="1987550" y="43180"/>
                  </a:cubicBezTo>
                  <a:cubicBezTo>
                    <a:pt x="1981200" y="45720"/>
                    <a:pt x="1974850" y="48260"/>
                    <a:pt x="1968500" y="45720"/>
                  </a:cubicBezTo>
                  <a:cubicBezTo>
                    <a:pt x="1967230" y="45720"/>
                    <a:pt x="1967230" y="46990"/>
                    <a:pt x="1965960" y="46990"/>
                  </a:cubicBezTo>
                  <a:cubicBezTo>
                    <a:pt x="1958340" y="49530"/>
                    <a:pt x="1953260" y="58420"/>
                    <a:pt x="1943100" y="58420"/>
                  </a:cubicBezTo>
                  <a:cubicBezTo>
                    <a:pt x="1935480" y="58420"/>
                    <a:pt x="1927860" y="64770"/>
                    <a:pt x="1920240" y="64770"/>
                  </a:cubicBezTo>
                  <a:cubicBezTo>
                    <a:pt x="1911350" y="66040"/>
                    <a:pt x="1903730" y="68580"/>
                    <a:pt x="1896110" y="72390"/>
                  </a:cubicBezTo>
                  <a:cubicBezTo>
                    <a:pt x="1893570" y="73660"/>
                    <a:pt x="1891030" y="73660"/>
                    <a:pt x="1889760" y="73660"/>
                  </a:cubicBezTo>
                  <a:cubicBezTo>
                    <a:pt x="1883410" y="71120"/>
                    <a:pt x="1879600" y="74930"/>
                    <a:pt x="1877060" y="78740"/>
                  </a:cubicBezTo>
                  <a:cubicBezTo>
                    <a:pt x="1870710" y="87630"/>
                    <a:pt x="1860550" y="90170"/>
                    <a:pt x="1851660" y="92710"/>
                  </a:cubicBezTo>
                  <a:cubicBezTo>
                    <a:pt x="1840230" y="95250"/>
                    <a:pt x="1828800" y="96520"/>
                    <a:pt x="1817370" y="97790"/>
                  </a:cubicBezTo>
                  <a:cubicBezTo>
                    <a:pt x="1816100" y="97790"/>
                    <a:pt x="1814830" y="101600"/>
                    <a:pt x="1812290" y="102870"/>
                  </a:cubicBezTo>
                  <a:cubicBezTo>
                    <a:pt x="1811020" y="102870"/>
                    <a:pt x="1809750" y="101600"/>
                    <a:pt x="1809750" y="101600"/>
                  </a:cubicBezTo>
                  <a:cubicBezTo>
                    <a:pt x="1803400" y="109220"/>
                    <a:pt x="1799590" y="120650"/>
                    <a:pt x="1786890" y="119380"/>
                  </a:cubicBezTo>
                  <a:lnTo>
                    <a:pt x="1785620" y="119380"/>
                  </a:lnTo>
                  <a:cubicBezTo>
                    <a:pt x="1775460" y="125730"/>
                    <a:pt x="1765300" y="123190"/>
                    <a:pt x="1756410" y="120650"/>
                  </a:cubicBezTo>
                  <a:cubicBezTo>
                    <a:pt x="1753870" y="120650"/>
                    <a:pt x="1750060" y="118110"/>
                    <a:pt x="1748790" y="115570"/>
                  </a:cubicBezTo>
                  <a:cubicBezTo>
                    <a:pt x="1744980" y="107950"/>
                    <a:pt x="1734820" y="105410"/>
                    <a:pt x="1727200" y="107950"/>
                  </a:cubicBezTo>
                  <a:cubicBezTo>
                    <a:pt x="1720850" y="110490"/>
                    <a:pt x="1714500" y="111760"/>
                    <a:pt x="1708150" y="114300"/>
                  </a:cubicBezTo>
                  <a:cubicBezTo>
                    <a:pt x="1697990" y="116840"/>
                    <a:pt x="1689100" y="118110"/>
                    <a:pt x="1678940" y="113030"/>
                  </a:cubicBezTo>
                  <a:cubicBezTo>
                    <a:pt x="1668780" y="107950"/>
                    <a:pt x="1661160" y="111760"/>
                    <a:pt x="1656080" y="123190"/>
                  </a:cubicBezTo>
                  <a:cubicBezTo>
                    <a:pt x="1652270" y="130810"/>
                    <a:pt x="1642110" y="132080"/>
                    <a:pt x="1635760" y="125730"/>
                  </a:cubicBezTo>
                  <a:cubicBezTo>
                    <a:pt x="1631950" y="121920"/>
                    <a:pt x="1629410" y="123190"/>
                    <a:pt x="1625600" y="125730"/>
                  </a:cubicBezTo>
                  <a:lnTo>
                    <a:pt x="1617980" y="133350"/>
                  </a:lnTo>
                  <a:cubicBezTo>
                    <a:pt x="1616710" y="134620"/>
                    <a:pt x="1614170" y="134620"/>
                    <a:pt x="1612900" y="134620"/>
                  </a:cubicBezTo>
                  <a:lnTo>
                    <a:pt x="1605280" y="134620"/>
                  </a:lnTo>
                  <a:cubicBezTo>
                    <a:pt x="1600200" y="134620"/>
                    <a:pt x="1595120" y="133350"/>
                    <a:pt x="1590040" y="132080"/>
                  </a:cubicBezTo>
                  <a:cubicBezTo>
                    <a:pt x="1583690" y="130810"/>
                    <a:pt x="1578610" y="127000"/>
                    <a:pt x="1572260" y="125730"/>
                  </a:cubicBezTo>
                  <a:cubicBezTo>
                    <a:pt x="1562100" y="124460"/>
                    <a:pt x="1559560" y="115570"/>
                    <a:pt x="1555750" y="109220"/>
                  </a:cubicBezTo>
                  <a:cubicBezTo>
                    <a:pt x="1553210" y="105410"/>
                    <a:pt x="1548130" y="100330"/>
                    <a:pt x="1543050" y="101600"/>
                  </a:cubicBezTo>
                  <a:cubicBezTo>
                    <a:pt x="1537970" y="104140"/>
                    <a:pt x="1532890" y="101600"/>
                    <a:pt x="1529080" y="100330"/>
                  </a:cubicBezTo>
                  <a:cubicBezTo>
                    <a:pt x="1527810" y="100330"/>
                    <a:pt x="1525270" y="99060"/>
                    <a:pt x="1524000" y="99060"/>
                  </a:cubicBezTo>
                  <a:cubicBezTo>
                    <a:pt x="1515110" y="96520"/>
                    <a:pt x="1508760" y="101600"/>
                    <a:pt x="1502410" y="107950"/>
                  </a:cubicBezTo>
                  <a:lnTo>
                    <a:pt x="1497330" y="113030"/>
                  </a:lnTo>
                  <a:cubicBezTo>
                    <a:pt x="1496060" y="114300"/>
                    <a:pt x="1496060" y="116840"/>
                    <a:pt x="1494790" y="118110"/>
                  </a:cubicBezTo>
                  <a:cubicBezTo>
                    <a:pt x="1487170" y="124460"/>
                    <a:pt x="1479550" y="121920"/>
                    <a:pt x="1470660" y="118110"/>
                  </a:cubicBezTo>
                  <a:cubicBezTo>
                    <a:pt x="1463040" y="114300"/>
                    <a:pt x="1454150" y="118110"/>
                    <a:pt x="1451610" y="125730"/>
                  </a:cubicBezTo>
                  <a:cubicBezTo>
                    <a:pt x="1450340" y="130810"/>
                    <a:pt x="1449070" y="134620"/>
                    <a:pt x="1442720" y="137160"/>
                  </a:cubicBezTo>
                  <a:cubicBezTo>
                    <a:pt x="1436370" y="140970"/>
                    <a:pt x="1428750" y="143510"/>
                    <a:pt x="1427480" y="152400"/>
                  </a:cubicBezTo>
                  <a:cubicBezTo>
                    <a:pt x="1427480" y="153670"/>
                    <a:pt x="1426210" y="154940"/>
                    <a:pt x="1424940" y="154940"/>
                  </a:cubicBezTo>
                  <a:cubicBezTo>
                    <a:pt x="1421130" y="156210"/>
                    <a:pt x="1418590" y="157480"/>
                    <a:pt x="1414780" y="158750"/>
                  </a:cubicBezTo>
                  <a:lnTo>
                    <a:pt x="1403350" y="158750"/>
                  </a:lnTo>
                  <a:cubicBezTo>
                    <a:pt x="1395730" y="157480"/>
                    <a:pt x="1388110" y="154940"/>
                    <a:pt x="1380490" y="153670"/>
                  </a:cubicBezTo>
                  <a:cubicBezTo>
                    <a:pt x="1371600" y="152400"/>
                    <a:pt x="1363980" y="157480"/>
                    <a:pt x="1355090" y="158750"/>
                  </a:cubicBezTo>
                  <a:lnTo>
                    <a:pt x="1353820" y="160020"/>
                  </a:lnTo>
                  <a:cubicBezTo>
                    <a:pt x="1351280" y="163830"/>
                    <a:pt x="1347470" y="162560"/>
                    <a:pt x="1344930" y="160020"/>
                  </a:cubicBezTo>
                  <a:cubicBezTo>
                    <a:pt x="1339850" y="154940"/>
                    <a:pt x="1330960" y="153670"/>
                    <a:pt x="1324610" y="156210"/>
                  </a:cubicBezTo>
                  <a:cubicBezTo>
                    <a:pt x="1316990" y="160020"/>
                    <a:pt x="1309370" y="162560"/>
                    <a:pt x="1301750" y="165100"/>
                  </a:cubicBezTo>
                  <a:cubicBezTo>
                    <a:pt x="1299210" y="165100"/>
                    <a:pt x="1296670" y="163830"/>
                    <a:pt x="1295400" y="163830"/>
                  </a:cubicBezTo>
                  <a:cubicBezTo>
                    <a:pt x="1292860" y="163830"/>
                    <a:pt x="1289050" y="162560"/>
                    <a:pt x="1287780" y="163830"/>
                  </a:cubicBezTo>
                  <a:cubicBezTo>
                    <a:pt x="1277620" y="171450"/>
                    <a:pt x="1267460" y="168910"/>
                    <a:pt x="1258570" y="163830"/>
                  </a:cubicBezTo>
                  <a:cubicBezTo>
                    <a:pt x="1253490" y="161290"/>
                    <a:pt x="1245870" y="158750"/>
                    <a:pt x="1243330" y="151130"/>
                  </a:cubicBezTo>
                  <a:cubicBezTo>
                    <a:pt x="1242060" y="146050"/>
                    <a:pt x="1236980" y="140970"/>
                    <a:pt x="1233170" y="137160"/>
                  </a:cubicBezTo>
                  <a:cubicBezTo>
                    <a:pt x="1226820" y="130810"/>
                    <a:pt x="1220470" y="121920"/>
                    <a:pt x="1209040" y="121920"/>
                  </a:cubicBezTo>
                  <a:cubicBezTo>
                    <a:pt x="1206500" y="121920"/>
                    <a:pt x="1203960" y="116840"/>
                    <a:pt x="1202690" y="118110"/>
                  </a:cubicBezTo>
                  <a:cubicBezTo>
                    <a:pt x="1197610" y="119380"/>
                    <a:pt x="1197610" y="116840"/>
                    <a:pt x="1195070" y="114300"/>
                  </a:cubicBezTo>
                  <a:cubicBezTo>
                    <a:pt x="1192530" y="111760"/>
                    <a:pt x="1188720" y="109220"/>
                    <a:pt x="1186180" y="105410"/>
                  </a:cubicBezTo>
                  <a:cubicBezTo>
                    <a:pt x="1182370" y="100330"/>
                    <a:pt x="1178560" y="93980"/>
                    <a:pt x="1174750" y="88900"/>
                  </a:cubicBezTo>
                  <a:cubicBezTo>
                    <a:pt x="1170940" y="83820"/>
                    <a:pt x="1168400" y="77470"/>
                    <a:pt x="1164590" y="72390"/>
                  </a:cubicBezTo>
                  <a:cubicBezTo>
                    <a:pt x="1163320" y="71120"/>
                    <a:pt x="1159510" y="69850"/>
                    <a:pt x="1158240" y="71120"/>
                  </a:cubicBezTo>
                  <a:lnTo>
                    <a:pt x="1143000" y="78740"/>
                  </a:lnTo>
                  <a:cubicBezTo>
                    <a:pt x="1140460" y="80010"/>
                    <a:pt x="1139190" y="82550"/>
                    <a:pt x="1137920" y="85090"/>
                  </a:cubicBezTo>
                  <a:lnTo>
                    <a:pt x="1136650" y="83820"/>
                  </a:lnTo>
                  <a:cubicBezTo>
                    <a:pt x="1137920" y="80010"/>
                    <a:pt x="1139190" y="76200"/>
                    <a:pt x="1140460" y="74930"/>
                  </a:cubicBezTo>
                  <a:lnTo>
                    <a:pt x="1125220" y="71120"/>
                  </a:lnTo>
                  <a:cubicBezTo>
                    <a:pt x="1121410" y="69850"/>
                    <a:pt x="1115060" y="69850"/>
                    <a:pt x="1112520" y="69850"/>
                  </a:cubicBezTo>
                  <a:lnTo>
                    <a:pt x="1092200" y="69850"/>
                  </a:lnTo>
                  <a:cubicBezTo>
                    <a:pt x="1084580" y="69850"/>
                    <a:pt x="1078230" y="68580"/>
                    <a:pt x="1070610" y="69850"/>
                  </a:cubicBezTo>
                  <a:cubicBezTo>
                    <a:pt x="1065530" y="71120"/>
                    <a:pt x="1061720" y="68580"/>
                    <a:pt x="1057910" y="66040"/>
                  </a:cubicBezTo>
                  <a:cubicBezTo>
                    <a:pt x="1047750" y="58420"/>
                    <a:pt x="1037590" y="49530"/>
                    <a:pt x="1023620" y="53340"/>
                  </a:cubicBezTo>
                  <a:cubicBezTo>
                    <a:pt x="1022350" y="53340"/>
                    <a:pt x="1019810" y="52070"/>
                    <a:pt x="1018540" y="50800"/>
                  </a:cubicBezTo>
                  <a:cubicBezTo>
                    <a:pt x="1014730" y="49530"/>
                    <a:pt x="1012190" y="46990"/>
                    <a:pt x="1007110" y="44450"/>
                  </a:cubicBezTo>
                  <a:cubicBezTo>
                    <a:pt x="1007110" y="48260"/>
                    <a:pt x="1007110" y="49530"/>
                    <a:pt x="1008380" y="52070"/>
                  </a:cubicBezTo>
                  <a:cubicBezTo>
                    <a:pt x="1005840" y="54610"/>
                    <a:pt x="1004570" y="53340"/>
                    <a:pt x="1003300" y="52070"/>
                  </a:cubicBezTo>
                  <a:cubicBezTo>
                    <a:pt x="1002030" y="53340"/>
                    <a:pt x="1000760" y="55880"/>
                    <a:pt x="999490" y="55880"/>
                  </a:cubicBezTo>
                  <a:cubicBezTo>
                    <a:pt x="993140" y="58420"/>
                    <a:pt x="986790" y="59690"/>
                    <a:pt x="980440" y="62230"/>
                  </a:cubicBezTo>
                  <a:cubicBezTo>
                    <a:pt x="977900" y="63500"/>
                    <a:pt x="975360" y="64770"/>
                    <a:pt x="974090" y="66040"/>
                  </a:cubicBezTo>
                  <a:cubicBezTo>
                    <a:pt x="969010" y="69850"/>
                    <a:pt x="965200" y="76200"/>
                    <a:pt x="956310" y="74930"/>
                  </a:cubicBezTo>
                  <a:cubicBezTo>
                    <a:pt x="955040" y="74930"/>
                    <a:pt x="952500" y="77470"/>
                    <a:pt x="949960" y="77470"/>
                  </a:cubicBezTo>
                  <a:cubicBezTo>
                    <a:pt x="947420" y="78740"/>
                    <a:pt x="943610" y="78740"/>
                    <a:pt x="941070" y="80010"/>
                  </a:cubicBezTo>
                  <a:lnTo>
                    <a:pt x="938530" y="80010"/>
                  </a:lnTo>
                  <a:cubicBezTo>
                    <a:pt x="930910" y="82550"/>
                    <a:pt x="924560" y="85090"/>
                    <a:pt x="916940" y="86360"/>
                  </a:cubicBezTo>
                  <a:lnTo>
                    <a:pt x="911860" y="86360"/>
                  </a:lnTo>
                  <a:cubicBezTo>
                    <a:pt x="905510" y="86360"/>
                    <a:pt x="900430" y="85090"/>
                    <a:pt x="894080" y="85090"/>
                  </a:cubicBezTo>
                  <a:cubicBezTo>
                    <a:pt x="887730" y="85090"/>
                    <a:pt x="881380" y="87630"/>
                    <a:pt x="875030" y="87630"/>
                  </a:cubicBezTo>
                  <a:cubicBezTo>
                    <a:pt x="867410" y="87630"/>
                    <a:pt x="858520" y="87630"/>
                    <a:pt x="852170" y="82550"/>
                  </a:cubicBezTo>
                  <a:cubicBezTo>
                    <a:pt x="850900" y="81280"/>
                    <a:pt x="847090" y="81280"/>
                    <a:pt x="844550" y="82550"/>
                  </a:cubicBezTo>
                  <a:cubicBezTo>
                    <a:pt x="835660" y="83820"/>
                    <a:pt x="826770" y="85090"/>
                    <a:pt x="819150" y="87630"/>
                  </a:cubicBezTo>
                  <a:cubicBezTo>
                    <a:pt x="811530" y="90170"/>
                    <a:pt x="807720" y="87630"/>
                    <a:pt x="805180" y="81280"/>
                  </a:cubicBezTo>
                  <a:cubicBezTo>
                    <a:pt x="803910" y="78740"/>
                    <a:pt x="801370" y="76200"/>
                    <a:pt x="798830" y="73660"/>
                  </a:cubicBezTo>
                  <a:cubicBezTo>
                    <a:pt x="795020" y="71120"/>
                    <a:pt x="791210" y="67310"/>
                    <a:pt x="787400" y="67310"/>
                  </a:cubicBezTo>
                  <a:cubicBezTo>
                    <a:pt x="778510" y="67310"/>
                    <a:pt x="773430" y="62230"/>
                    <a:pt x="767080" y="58420"/>
                  </a:cubicBezTo>
                  <a:cubicBezTo>
                    <a:pt x="756920" y="52070"/>
                    <a:pt x="748030" y="44450"/>
                    <a:pt x="735330" y="45720"/>
                  </a:cubicBezTo>
                  <a:lnTo>
                    <a:pt x="735330" y="39370"/>
                  </a:lnTo>
                  <a:cubicBezTo>
                    <a:pt x="737870" y="39370"/>
                    <a:pt x="740410" y="39370"/>
                    <a:pt x="742950" y="38100"/>
                  </a:cubicBezTo>
                  <a:cubicBezTo>
                    <a:pt x="739140" y="35560"/>
                    <a:pt x="739140" y="31750"/>
                    <a:pt x="736600" y="29210"/>
                  </a:cubicBezTo>
                  <a:cubicBezTo>
                    <a:pt x="731520" y="25400"/>
                    <a:pt x="726440" y="24130"/>
                    <a:pt x="721360" y="21590"/>
                  </a:cubicBezTo>
                  <a:cubicBezTo>
                    <a:pt x="717550" y="20320"/>
                    <a:pt x="712470" y="20320"/>
                    <a:pt x="715010" y="26670"/>
                  </a:cubicBezTo>
                  <a:cubicBezTo>
                    <a:pt x="708660" y="27940"/>
                    <a:pt x="703580" y="27940"/>
                    <a:pt x="701040" y="30480"/>
                  </a:cubicBezTo>
                  <a:cubicBezTo>
                    <a:pt x="695960" y="34290"/>
                    <a:pt x="690880" y="31750"/>
                    <a:pt x="687070" y="29210"/>
                  </a:cubicBezTo>
                  <a:cubicBezTo>
                    <a:pt x="684530" y="27940"/>
                    <a:pt x="681990" y="26670"/>
                    <a:pt x="679450" y="27940"/>
                  </a:cubicBezTo>
                  <a:cubicBezTo>
                    <a:pt x="664210" y="35560"/>
                    <a:pt x="648970" y="31750"/>
                    <a:pt x="633730" y="31750"/>
                  </a:cubicBezTo>
                  <a:cubicBezTo>
                    <a:pt x="631190" y="31750"/>
                    <a:pt x="628650" y="30480"/>
                    <a:pt x="624840" y="30480"/>
                  </a:cubicBezTo>
                  <a:cubicBezTo>
                    <a:pt x="619760" y="29210"/>
                    <a:pt x="615950" y="26670"/>
                    <a:pt x="610870" y="25400"/>
                  </a:cubicBezTo>
                  <a:cubicBezTo>
                    <a:pt x="605790" y="24130"/>
                    <a:pt x="599440" y="22860"/>
                    <a:pt x="594360" y="21590"/>
                  </a:cubicBezTo>
                  <a:lnTo>
                    <a:pt x="590550" y="21590"/>
                  </a:lnTo>
                  <a:cubicBezTo>
                    <a:pt x="581660" y="21590"/>
                    <a:pt x="572770" y="22860"/>
                    <a:pt x="565150" y="22860"/>
                  </a:cubicBezTo>
                  <a:cubicBezTo>
                    <a:pt x="558800" y="22860"/>
                    <a:pt x="552450" y="20320"/>
                    <a:pt x="544830" y="19050"/>
                  </a:cubicBezTo>
                  <a:cubicBezTo>
                    <a:pt x="543560" y="8890"/>
                    <a:pt x="533400" y="11430"/>
                    <a:pt x="527050" y="6350"/>
                  </a:cubicBezTo>
                  <a:cubicBezTo>
                    <a:pt x="525780" y="5080"/>
                    <a:pt x="523240" y="6350"/>
                    <a:pt x="521970" y="6350"/>
                  </a:cubicBezTo>
                  <a:cubicBezTo>
                    <a:pt x="514350" y="5080"/>
                    <a:pt x="509270" y="8890"/>
                    <a:pt x="506730" y="15240"/>
                  </a:cubicBezTo>
                  <a:cubicBezTo>
                    <a:pt x="502920" y="21590"/>
                    <a:pt x="492760" y="24130"/>
                    <a:pt x="496570" y="34290"/>
                  </a:cubicBezTo>
                  <a:cubicBezTo>
                    <a:pt x="497840" y="35560"/>
                    <a:pt x="500380" y="36830"/>
                    <a:pt x="501650" y="39370"/>
                  </a:cubicBezTo>
                  <a:cubicBezTo>
                    <a:pt x="501650" y="43180"/>
                    <a:pt x="500380" y="45720"/>
                    <a:pt x="496570" y="44450"/>
                  </a:cubicBezTo>
                  <a:cubicBezTo>
                    <a:pt x="495300" y="44450"/>
                    <a:pt x="494030" y="46990"/>
                    <a:pt x="492760" y="48260"/>
                  </a:cubicBezTo>
                  <a:cubicBezTo>
                    <a:pt x="491490" y="49530"/>
                    <a:pt x="491490" y="52070"/>
                    <a:pt x="490220" y="52070"/>
                  </a:cubicBezTo>
                  <a:cubicBezTo>
                    <a:pt x="482600" y="54610"/>
                    <a:pt x="477520" y="60960"/>
                    <a:pt x="468630" y="59690"/>
                  </a:cubicBezTo>
                  <a:lnTo>
                    <a:pt x="466090" y="59690"/>
                  </a:lnTo>
                  <a:cubicBezTo>
                    <a:pt x="458470" y="66040"/>
                    <a:pt x="450850" y="64770"/>
                    <a:pt x="441960" y="63500"/>
                  </a:cubicBezTo>
                  <a:cubicBezTo>
                    <a:pt x="438150" y="62230"/>
                    <a:pt x="433070" y="63500"/>
                    <a:pt x="427990" y="63500"/>
                  </a:cubicBezTo>
                  <a:cubicBezTo>
                    <a:pt x="424180" y="63500"/>
                    <a:pt x="420370" y="63500"/>
                    <a:pt x="416560" y="60960"/>
                  </a:cubicBezTo>
                  <a:cubicBezTo>
                    <a:pt x="411480" y="58420"/>
                    <a:pt x="406400" y="54610"/>
                    <a:pt x="401320" y="52070"/>
                  </a:cubicBezTo>
                  <a:cubicBezTo>
                    <a:pt x="396240" y="49530"/>
                    <a:pt x="389890" y="49530"/>
                    <a:pt x="389890" y="40640"/>
                  </a:cubicBezTo>
                  <a:cubicBezTo>
                    <a:pt x="389890" y="39370"/>
                    <a:pt x="387350" y="38100"/>
                    <a:pt x="387350" y="36830"/>
                  </a:cubicBezTo>
                  <a:cubicBezTo>
                    <a:pt x="378460" y="44450"/>
                    <a:pt x="370840" y="50800"/>
                    <a:pt x="363220" y="57150"/>
                  </a:cubicBezTo>
                  <a:cubicBezTo>
                    <a:pt x="359410" y="60960"/>
                    <a:pt x="354330" y="66040"/>
                    <a:pt x="356870" y="72390"/>
                  </a:cubicBezTo>
                  <a:cubicBezTo>
                    <a:pt x="356870" y="73660"/>
                    <a:pt x="355600" y="74930"/>
                    <a:pt x="355600" y="76200"/>
                  </a:cubicBezTo>
                  <a:cubicBezTo>
                    <a:pt x="354330" y="78740"/>
                    <a:pt x="353060" y="81280"/>
                    <a:pt x="350520" y="82550"/>
                  </a:cubicBezTo>
                  <a:cubicBezTo>
                    <a:pt x="347980" y="86360"/>
                    <a:pt x="345440" y="90170"/>
                    <a:pt x="342900" y="95250"/>
                  </a:cubicBezTo>
                  <a:lnTo>
                    <a:pt x="335280" y="102870"/>
                  </a:lnTo>
                  <a:cubicBezTo>
                    <a:pt x="332740" y="106680"/>
                    <a:pt x="330200" y="110490"/>
                    <a:pt x="326390" y="113030"/>
                  </a:cubicBezTo>
                  <a:cubicBezTo>
                    <a:pt x="317500" y="120650"/>
                    <a:pt x="308610" y="128270"/>
                    <a:pt x="298450" y="135890"/>
                  </a:cubicBezTo>
                  <a:cubicBezTo>
                    <a:pt x="293370" y="140970"/>
                    <a:pt x="287020" y="144780"/>
                    <a:pt x="281940" y="149860"/>
                  </a:cubicBezTo>
                  <a:cubicBezTo>
                    <a:pt x="273050" y="157480"/>
                    <a:pt x="262890" y="163830"/>
                    <a:pt x="257810" y="175260"/>
                  </a:cubicBezTo>
                  <a:cubicBezTo>
                    <a:pt x="257810" y="176530"/>
                    <a:pt x="255270" y="177800"/>
                    <a:pt x="254000" y="179070"/>
                  </a:cubicBezTo>
                  <a:cubicBezTo>
                    <a:pt x="247650" y="184150"/>
                    <a:pt x="237490" y="184150"/>
                    <a:pt x="237490" y="194310"/>
                  </a:cubicBezTo>
                  <a:cubicBezTo>
                    <a:pt x="227330" y="194310"/>
                    <a:pt x="222250" y="201930"/>
                    <a:pt x="217170" y="208280"/>
                  </a:cubicBezTo>
                  <a:cubicBezTo>
                    <a:pt x="213360" y="213360"/>
                    <a:pt x="209550" y="219710"/>
                    <a:pt x="204470" y="223520"/>
                  </a:cubicBezTo>
                  <a:cubicBezTo>
                    <a:pt x="199390" y="226060"/>
                    <a:pt x="193040" y="224790"/>
                    <a:pt x="186690" y="224790"/>
                  </a:cubicBezTo>
                  <a:cubicBezTo>
                    <a:pt x="184150" y="224790"/>
                    <a:pt x="181610" y="224790"/>
                    <a:pt x="181610" y="226060"/>
                  </a:cubicBezTo>
                  <a:cubicBezTo>
                    <a:pt x="176530" y="231140"/>
                    <a:pt x="170180" y="234950"/>
                    <a:pt x="166370" y="241300"/>
                  </a:cubicBezTo>
                  <a:cubicBezTo>
                    <a:pt x="162560" y="247650"/>
                    <a:pt x="158750" y="251460"/>
                    <a:pt x="152400" y="252730"/>
                  </a:cubicBezTo>
                  <a:cubicBezTo>
                    <a:pt x="146050" y="254000"/>
                    <a:pt x="139700" y="260350"/>
                    <a:pt x="130810" y="256540"/>
                  </a:cubicBezTo>
                  <a:cubicBezTo>
                    <a:pt x="123190" y="254000"/>
                    <a:pt x="114300" y="256540"/>
                    <a:pt x="109220" y="251460"/>
                  </a:cubicBezTo>
                  <a:cubicBezTo>
                    <a:pt x="99060" y="252730"/>
                    <a:pt x="91440" y="255270"/>
                    <a:pt x="82550" y="256540"/>
                  </a:cubicBezTo>
                  <a:cubicBezTo>
                    <a:pt x="72390" y="259080"/>
                    <a:pt x="60960" y="257810"/>
                    <a:pt x="52070" y="265430"/>
                  </a:cubicBezTo>
                  <a:cubicBezTo>
                    <a:pt x="44450" y="271780"/>
                    <a:pt x="38100" y="278130"/>
                    <a:pt x="26670" y="276860"/>
                  </a:cubicBezTo>
                  <a:cubicBezTo>
                    <a:pt x="27940" y="284480"/>
                    <a:pt x="29210" y="290830"/>
                    <a:pt x="30480" y="298450"/>
                  </a:cubicBezTo>
                  <a:cubicBezTo>
                    <a:pt x="33020" y="318770"/>
                    <a:pt x="35560" y="339090"/>
                    <a:pt x="36830" y="359410"/>
                  </a:cubicBezTo>
                  <a:cubicBezTo>
                    <a:pt x="40640" y="384810"/>
                    <a:pt x="41910" y="408940"/>
                    <a:pt x="39370" y="433070"/>
                  </a:cubicBezTo>
                  <a:cubicBezTo>
                    <a:pt x="36830" y="467360"/>
                    <a:pt x="25400" y="1640840"/>
                    <a:pt x="13970" y="1672590"/>
                  </a:cubicBezTo>
                  <a:lnTo>
                    <a:pt x="2540" y="1699260"/>
                  </a:lnTo>
                  <a:cubicBezTo>
                    <a:pt x="0" y="1705610"/>
                    <a:pt x="3810" y="1709420"/>
                    <a:pt x="10160" y="1710690"/>
                  </a:cubicBezTo>
                  <a:cubicBezTo>
                    <a:pt x="17780" y="1711960"/>
                    <a:pt x="20320" y="1717040"/>
                    <a:pt x="22860" y="1723390"/>
                  </a:cubicBezTo>
                  <a:cubicBezTo>
                    <a:pt x="25400" y="1733550"/>
                    <a:pt x="21590" y="1743710"/>
                    <a:pt x="26670" y="1753870"/>
                  </a:cubicBezTo>
                  <a:cubicBezTo>
                    <a:pt x="29210" y="1758950"/>
                    <a:pt x="26670" y="1767840"/>
                    <a:pt x="25400" y="1775460"/>
                  </a:cubicBezTo>
                  <a:cubicBezTo>
                    <a:pt x="24130" y="1785620"/>
                    <a:pt x="26670" y="1795780"/>
                    <a:pt x="30480" y="1804670"/>
                  </a:cubicBezTo>
                  <a:cubicBezTo>
                    <a:pt x="39370" y="1819910"/>
                    <a:pt x="40640" y="1837690"/>
                    <a:pt x="40640" y="1854200"/>
                  </a:cubicBezTo>
                  <a:cubicBezTo>
                    <a:pt x="40640" y="1858010"/>
                    <a:pt x="41910" y="1861820"/>
                    <a:pt x="43180" y="1864360"/>
                  </a:cubicBezTo>
                  <a:cubicBezTo>
                    <a:pt x="45720" y="1866900"/>
                    <a:pt x="50800" y="1869440"/>
                    <a:pt x="55880" y="1870710"/>
                  </a:cubicBezTo>
                  <a:lnTo>
                    <a:pt x="86360" y="1885950"/>
                  </a:lnTo>
                  <a:cubicBezTo>
                    <a:pt x="100330" y="1893570"/>
                    <a:pt x="111760" y="1892300"/>
                    <a:pt x="124460" y="1883410"/>
                  </a:cubicBezTo>
                  <a:cubicBezTo>
                    <a:pt x="125730" y="1882140"/>
                    <a:pt x="129540" y="1880870"/>
                    <a:pt x="130810" y="1880870"/>
                  </a:cubicBezTo>
                  <a:cubicBezTo>
                    <a:pt x="139700" y="1882140"/>
                    <a:pt x="148590" y="1882140"/>
                    <a:pt x="156210" y="1889760"/>
                  </a:cubicBezTo>
                  <a:cubicBezTo>
                    <a:pt x="165100" y="1897380"/>
                    <a:pt x="177800" y="1902460"/>
                    <a:pt x="187960" y="1908810"/>
                  </a:cubicBezTo>
                  <a:cubicBezTo>
                    <a:pt x="194310" y="1912620"/>
                    <a:pt x="201930" y="1917700"/>
                    <a:pt x="205740" y="1922780"/>
                  </a:cubicBezTo>
                  <a:cubicBezTo>
                    <a:pt x="208280" y="1925320"/>
                    <a:pt x="210820" y="1927860"/>
                    <a:pt x="213360" y="1929130"/>
                  </a:cubicBezTo>
                  <a:cubicBezTo>
                    <a:pt x="227330" y="1934210"/>
                    <a:pt x="234950" y="1946910"/>
                    <a:pt x="243840" y="1957070"/>
                  </a:cubicBezTo>
                  <a:cubicBezTo>
                    <a:pt x="251460" y="1965960"/>
                    <a:pt x="261620" y="1971040"/>
                    <a:pt x="273050" y="1972310"/>
                  </a:cubicBezTo>
                  <a:cubicBezTo>
                    <a:pt x="285750" y="1974850"/>
                    <a:pt x="298450" y="1976120"/>
                    <a:pt x="311150" y="1978660"/>
                  </a:cubicBezTo>
                  <a:cubicBezTo>
                    <a:pt x="316230" y="1979930"/>
                    <a:pt x="322580" y="1981200"/>
                    <a:pt x="327660" y="1983740"/>
                  </a:cubicBezTo>
                  <a:cubicBezTo>
                    <a:pt x="334010" y="1986280"/>
                    <a:pt x="340360" y="1986280"/>
                    <a:pt x="345440" y="1990090"/>
                  </a:cubicBezTo>
                  <a:cubicBezTo>
                    <a:pt x="353060" y="1996440"/>
                    <a:pt x="360680" y="2000250"/>
                    <a:pt x="370840" y="1997710"/>
                  </a:cubicBezTo>
                  <a:cubicBezTo>
                    <a:pt x="374650" y="1996440"/>
                    <a:pt x="379730" y="1998980"/>
                    <a:pt x="383540" y="2000250"/>
                  </a:cubicBezTo>
                  <a:cubicBezTo>
                    <a:pt x="384810" y="2000250"/>
                    <a:pt x="386080" y="2001520"/>
                    <a:pt x="387350" y="2001520"/>
                  </a:cubicBezTo>
                  <a:cubicBezTo>
                    <a:pt x="401320" y="2002790"/>
                    <a:pt x="414020" y="2000250"/>
                    <a:pt x="426720" y="1997710"/>
                  </a:cubicBezTo>
                  <a:cubicBezTo>
                    <a:pt x="431800" y="1996440"/>
                    <a:pt x="436880" y="1995170"/>
                    <a:pt x="441960" y="1992630"/>
                  </a:cubicBezTo>
                  <a:cubicBezTo>
                    <a:pt x="455930" y="1986280"/>
                    <a:pt x="469900" y="1979930"/>
                    <a:pt x="482600" y="1972310"/>
                  </a:cubicBezTo>
                  <a:cubicBezTo>
                    <a:pt x="491490" y="1967230"/>
                    <a:pt x="500380" y="1962150"/>
                    <a:pt x="510540" y="1967230"/>
                  </a:cubicBezTo>
                  <a:lnTo>
                    <a:pt x="515620" y="1967230"/>
                  </a:lnTo>
                  <a:cubicBezTo>
                    <a:pt x="524510" y="1967230"/>
                    <a:pt x="533400" y="1965960"/>
                    <a:pt x="541020" y="1964690"/>
                  </a:cubicBezTo>
                  <a:cubicBezTo>
                    <a:pt x="542290" y="1964690"/>
                    <a:pt x="544830" y="1964690"/>
                    <a:pt x="544830" y="1963420"/>
                  </a:cubicBezTo>
                  <a:cubicBezTo>
                    <a:pt x="548640" y="1958340"/>
                    <a:pt x="554990" y="1958340"/>
                    <a:pt x="561340" y="1957070"/>
                  </a:cubicBezTo>
                  <a:cubicBezTo>
                    <a:pt x="571500" y="1955800"/>
                    <a:pt x="581660" y="1955800"/>
                    <a:pt x="589280" y="1949450"/>
                  </a:cubicBezTo>
                  <a:cubicBezTo>
                    <a:pt x="596900" y="1944370"/>
                    <a:pt x="604520" y="1943100"/>
                    <a:pt x="613410" y="1941830"/>
                  </a:cubicBezTo>
                  <a:cubicBezTo>
                    <a:pt x="614680" y="1941830"/>
                    <a:pt x="617220" y="1940560"/>
                    <a:pt x="618490" y="1940560"/>
                  </a:cubicBezTo>
                  <a:cubicBezTo>
                    <a:pt x="624840" y="1939290"/>
                    <a:pt x="631190" y="1935480"/>
                    <a:pt x="636270" y="1936750"/>
                  </a:cubicBezTo>
                  <a:cubicBezTo>
                    <a:pt x="647700" y="1939290"/>
                    <a:pt x="652780" y="1935480"/>
                    <a:pt x="660400" y="1925320"/>
                  </a:cubicBezTo>
                  <a:cubicBezTo>
                    <a:pt x="661670" y="1922780"/>
                    <a:pt x="665480" y="1921510"/>
                    <a:pt x="668020" y="1920240"/>
                  </a:cubicBezTo>
                  <a:cubicBezTo>
                    <a:pt x="674370" y="1918970"/>
                    <a:pt x="680720" y="1920240"/>
                    <a:pt x="687070" y="1918970"/>
                  </a:cubicBezTo>
                  <a:cubicBezTo>
                    <a:pt x="690880" y="1918970"/>
                    <a:pt x="694690" y="1915160"/>
                    <a:pt x="697230" y="1915160"/>
                  </a:cubicBezTo>
                  <a:cubicBezTo>
                    <a:pt x="707390" y="1916430"/>
                    <a:pt x="718820" y="1912620"/>
                    <a:pt x="727710" y="1918970"/>
                  </a:cubicBezTo>
                  <a:cubicBezTo>
                    <a:pt x="728980" y="1920240"/>
                    <a:pt x="731520" y="1920240"/>
                    <a:pt x="734060" y="1920240"/>
                  </a:cubicBezTo>
                  <a:cubicBezTo>
                    <a:pt x="750570" y="1921510"/>
                    <a:pt x="764540" y="1926590"/>
                    <a:pt x="775970" y="1936750"/>
                  </a:cubicBezTo>
                  <a:cubicBezTo>
                    <a:pt x="779780" y="1940560"/>
                    <a:pt x="784860" y="1943100"/>
                    <a:pt x="788670" y="1945640"/>
                  </a:cubicBezTo>
                  <a:cubicBezTo>
                    <a:pt x="792480" y="1948180"/>
                    <a:pt x="797560" y="1948180"/>
                    <a:pt x="801370" y="1949450"/>
                  </a:cubicBezTo>
                  <a:cubicBezTo>
                    <a:pt x="805180" y="1950720"/>
                    <a:pt x="807720" y="1951990"/>
                    <a:pt x="811530" y="1951990"/>
                  </a:cubicBezTo>
                  <a:cubicBezTo>
                    <a:pt x="817880" y="1951990"/>
                    <a:pt x="822960" y="1954530"/>
                    <a:pt x="826770" y="1959610"/>
                  </a:cubicBezTo>
                  <a:cubicBezTo>
                    <a:pt x="828040" y="1960880"/>
                    <a:pt x="829310" y="1962150"/>
                    <a:pt x="830580" y="1964690"/>
                  </a:cubicBezTo>
                  <a:cubicBezTo>
                    <a:pt x="829310" y="1968500"/>
                    <a:pt x="836930" y="1978660"/>
                    <a:pt x="842010" y="1978660"/>
                  </a:cubicBezTo>
                  <a:cubicBezTo>
                    <a:pt x="850900" y="1978660"/>
                    <a:pt x="859790" y="1981200"/>
                    <a:pt x="867410" y="1987550"/>
                  </a:cubicBezTo>
                  <a:cubicBezTo>
                    <a:pt x="868680" y="1988820"/>
                    <a:pt x="871220" y="1988820"/>
                    <a:pt x="873760" y="1987550"/>
                  </a:cubicBezTo>
                  <a:cubicBezTo>
                    <a:pt x="877570" y="1986280"/>
                    <a:pt x="880110" y="1986280"/>
                    <a:pt x="882650" y="1990090"/>
                  </a:cubicBezTo>
                  <a:cubicBezTo>
                    <a:pt x="883920" y="1991360"/>
                    <a:pt x="889000" y="1991360"/>
                    <a:pt x="891540" y="1991360"/>
                  </a:cubicBezTo>
                  <a:cubicBezTo>
                    <a:pt x="897890" y="1991360"/>
                    <a:pt x="905510" y="1990090"/>
                    <a:pt x="911860" y="1991360"/>
                  </a:cubicBezTo>
                  <a:cubicBezTo>
                    <a:pt x="923290" y="1992630"/>
                    <a:pt x="933450" y="1993900"/>
                    <a:pt x="944880" y="1996440"/>
                  </a:cubicBezTo>
                  <a:cubicBezTo>
                    <a:pt x="947420" y="1996440"/>
                    <a:pt x="949960" y="1997710"/>
                    <a:pt x="951230" y="1998980"/>
                  </a:cubicBezTo>
                  <a:cubicBezTo>
                    <a:pt x="953770" y="2005330"/>
                    <a:pt x="960120" y="2005330"/>
                    <a:pt x="963930" y="2006600"/>
                  </a:cubicBezTo>
                  <a:cubicBezTo>
                    <a:pt x="967740" y="2007870"/>
                    <a:pt x="972820" y="2009140"/>
                    <a:pt x="975360" y="2009140"/>
                  </a:cubicBezTo>
                  <a:cubicBezTo>
                    <a:pt x="976630" y="2007870"/>
                    <a:pt x="979170" y="2006600"/>
                    <a:pt x="981710" y="2004060"/>
                  </a:cubicBezTo>
                  <a:cubicBezTo>
                    <a:pt x="976630" y="2004060"/>
                    <a:pt x="974090" y="2005330"/>
                    <a:pt x="971550" y="2005330"/>
                  </a:cubicBezTo>
                  <a:cubicBezTo>
                    <a:pt x="976630" y="1998980"/>
                    <a:pt x="981710" y="1997710"/>
                    <a:pt x="988060" y="2001520"/>
                  </a:cubicBezTo>
                  <a:cubicBezTo>
                    <a:pt x="995680" y="2007870"/>
                    <a:pt x="1002030" y="2007870"/>
                    <a:pt x="1010920" y="2001520"/>
                  </a:cubicBezTo>
                  <a:lnTo>
                    <a:pt x="1018540" y="1997710"/>
                  </a:lnTo>
                  <a:lnTo>
                    <a:pt x="1018540" y="1991360"/>
                  </a:lnTo>
                  <a:cubicBezTo>
                    <a:pt x="1022350" y="1992630"/>
                    <a:pt x="1026160" y="1995170"/>
                    <a:pt x="1028700" y="1995170"/>
                  </a:cubicBezTo>
                  <a:cubicBezTo>
                    <a:pt x="1036320" y="1991360"/>
                    <a:pt x="1043940" y="1987550"/>
                    <a:pt x="1050290" y="1982470"/>
                  </a:cubicBezTo>
                  <a:cubicBezTo>
                    <a:pt x="1057910" y="1977390"/>
                    <a:pt x="1064260" y="1971040"/>
                    <a:pt x="1070610" y="1965960"/>
                  </a:cubicBezTo>
                  <a:cubicBezTo>
                    <a:pt x="1071880" y="1965960"/>
                    <a:pt x="1071880" y="1964690"/>
                    <a:pt x="1073150" y="1964690"/>
                  </a:cubicBezTo>
                  <a:cubicBezTo>
                    <a:pt x="1082040" y="1962150"/>
                    <a:pt x="1089660" y="1960880"/>
                    <a:pt x="1098550" y="1958340"/>
                  </a:cubicBezTo>
                  <a:cubicBezTo>
                    <a:pt x="1103630" y="1957070"/>
                    <a:pt x="1107440" y="1954530"/>
                    <a:pt x="1112520" y="1953260"/>
                  </a:cubicBezTo>
                  <a:cubicBezTo>
                    <a:pt x="1116330" y="1951990"/>
                    <a:pt x="1118870" y="1951990"/>
                    <a:pt x="1122680" y="1950720"/>
                  </a:cubicBezTo>
                  <a:lnTo>
                    <a:pt x="1135380" y="1950720"/>
                  </a:lnTo>
                  <a:cubicBezTo>
                    <a:pt x="1137920" y="1950720"/>
                    <a:pt x="1141730" y="1950720"/>
                    <a:pt x="1144270" y="1949450"/>
                  </a:cubicBezTo>
                  <a:cubicBezTo>
                    <a:pt x="1145540" y="1946910"/>
                    <a:pt x="1148080" y="1943100"/>
                    <a:pt x="1149350" y="1943100"/>
                  </a:cubicBezTo>
                  <a:cubicBezTo>
                    <a:pt x="1153160" y="1943100"/>
                    <a:pt x="1155700" y="1945640"/>
                    <a:pt x="1159510" y="1946910"/>
                  </a:cubicBezTo>
                  <a:cubicBezTo>
                    <a:pt x="1160780" y="1946910"/>
                    <a:pt x="1160780" y="1948180"/>
                    <a:pt x="1160780" y="1949450"/>
                  </a:cubicBezTo>
                  <a:cubicBezTo>
                    <a:pt x="1165860" y="1954530"/>
                    <a:pt x="1169670" y="1960880"/>
                    <a:pt x="1174750" y="1965960"/>
                  </a:cubicBezTo>
                  <a:cubicBezTo>
                    <a:pt x="1181100" y="1972310"/>
                    <a:pt x="1187450" y="1972310"/>
                    <a:pt x="1191260" y="1968500"/>
                  </a:cubicBezTo>
                  <a:cubicBezTo>
                    <a:pt x="1197610" y="1963420"/>
                    <a:pt x="1202690" y="1959610"/>
                    <a:pt x="1211580" y="1962150"/>
                  </a:cubicBezTo>
                  <a:cubicBezTo>
                    <a:pt x="1212850" y="1962150"/>
                    <a:pt x="1215390" y="1963420"/>
                    <a:pt x="1216660" y="1962150"/>
                  </a:cubicBezTo>
                  <a:cubicBezTo>
                    <a:pt x="1223010" y="1959610"/>
                    <a:pt x="1230630" y="1957070"/>
                    <a:pt x="1236980" y="1953260"/>
                  </a:cubicBezTo>
                  <a:cubicBezTo>
                    <a:pt x="1240790" y="1951990"/>
                    <a:pt x="1245870" y="1951990"/>
                    <a:pt x="1247140" y="1949450"/>
                  </a:cubicBezTo>
                  <a:cubicBezTo>
                    <a:pt x="1250950" y="1941830"/>
                    <a:pt x="1257300" y="1938020"/>
                    <a:pt x="1263650" y="1932940"/>
                  </a:cubicBezTo>
                  <a:cubicBezTo>
                    <a:pt x="1267460" y="1929130"/>
                    <a:pt x="1271270" y="1924050"/>
                    <a:pt x="1275080" y="1922780"/>
                  </a:cubicBezTo>
                  <a:cubicBezTo>
                    <a:pt x="1283970" y="1920240"/>
                    <a:pt x="1290320" y="1912620"/>
                    <a:pt x="1297940" y="1907540"/>
                  </a:cubicBezTo>
                  <a:cubicBezTo>
                    <a:pt x="1304290" y="1903730"/>
                    <a:pt x="1308100" y="1896110"/>
                    <a:pt x="1314450" y="1894840"/>
                  </a:cubicBezTo>
                  <a:cubicBezTo>
                    <a:pt x="1324610" y="1892300"/>
                    <a:pt x="1332230" y="1885950"/>
                    <a:pt x="1341120" y="1879600"/>
                  </a:cubicBezTo>
                  <a:cubicBezTo>
                    <a:pt x="1346200" y="1875790"/>
                    <a:pt x="1352550" y="1873250"/>
                    <a:pt x="1358900" y="1874520"/>
                  </a:cubicBezTo>
                  <a:cubicBezTo>
                    <a:pt x="1362710" y="1875790"/>
                    <a:pt x="1367790" y="1874520"/>
                    <a:pt x="1370330" y="1873250"/>
                  </a:cubicBezTo>
                  <a:cubicBezTo>
                    <a:pt x="1375410" y="1870710"/>
                    <a:pt x="1380490" y="1866900"/>
                    <a:pt x="1385570" y="1864360"/>
                  </a:cubicBezTo>
                  <a:cubicBezTo>
                    <a:pt x="1389380" y="1861820"/>
                    <a:pt x="1393190" y="1859280"/>
                    <a:pt x="1397000" y="1859280"/>
                  </a:cubicBezTo>
                  <a:cubicBezTo>
                    <a:pt x="1409700" y="1858010"/>
                    <a:pt x="1419860" y="1855470"/>
                    <a:pt x="1426210" y="1842770"/>
                  </a:cubicBezTo>
                  <a:cubicBezTo>
                    <a:pt x="1428750" y="1837690"/>
                    <a:pt x="1441450" y="1831340"/>
                    <a:pt x="1446530" y="1833880"/>
                  </a:cubicBezTo>
                  <a:cubicBezTo>
                    <a:pt x="1455420" y="1837690"/>
                    <a:pt x="1461770" y="1835150"/>
                    <a:pt x="1466850" y="1827530"/>
                  </a:cubicBezTo>
                  <a:cubicBezTo>
                    <a:pt x="1470660" y="1823720"/>
                    <a:pt x="1475740" y="1824990"/>
                    <a:pt x="1479550" y="1827530"/>
                  </a:cubicBezTo>
                  <a:cubicBezTo>
                    <a:pt x="1482090" y="1830070"/>
                    <a:pt x="1484630" y="1831340"/>
                    <a:pt x="1487170" y="1831340"/>
                  </a:cubicBezTo>
                  <a:cubicBezTo>
                    <a:pt x="1496060" y="1832610"/>
                    <a:pt x="1506220" y="1831340"/>
                    <a:pt x="1515110" y="1832610"/>
                  </a:cubicBezTo>
                  <a:cubicBezTo>
                    <a:pt x="1522730" y="1833880"/>
                    <a:pt x="1530350" y="1831340"/>
                    <a:pt x="1535430" y="1826260"/>
                  </a:cubicBezTo>
                  <a:cubicBezTo>
                    <a:pt x="1540510" y="1821180"/>
                    <a:pt x="1544320" y="1821180"/>
                    <a:pt x="1551940" y="1823720"/>
                  </a:cubicBezTo>
                  <a:cubicBezTo>
                    <a:pt x="1558290" y="1826260"/>
                    <a:pt x="1563370" y="1832610"/>
                    <a:pt x="1572260" y="1831340"/>
                  </a:cubicBezTo>
                  <a:cubicBezTo>
                    <a:pt x="1579880" y="1830070"/>
                    <a:pt x="1588770" y="1833880"/>
                    <a:pt x="1597660" y="1830070"/>
                  </a:cubicBezTo>
                  <a:lnTo>
                    <a:pt x="1602740" y="1830070"/>
                  </a:lnTo>
                  <a:cubicBezTo>
                    <a:pt x="1610360" y="1832610"/>
                    <a:pt x="1617980" y="1833880"/>
                    <a:pt x="1624330" y="1840230"/>
                  </a:cubicBezTo>
                  <a:cubicBezTo>
                    <a:pt x="1631950" y="1846580"/>
                    <a:pt x="1633220" y="1799590"/>
                    <a:pt x="1640840" y="1804670"/>
                  </a:cubicBezTo>
                  <a:cubicBezTo>
                    <a:pt x="1652270" y="1812290"/>
                    <a:pt x="1649730" y="1804670"/>
                    <a:pt x="1661160" y="1811020"/>
                  </a:cubicBezTo>
                  <a:cubicBezTo>
                    <a:pt x="1670050" y="1814830"/>
                    <a:pt x="1666240" y="1800860"/>
                    <a:pt x="1676400" y="1803400"/>
                  </a:cubicBezTo>
                  <a:cubicBezTo>
                    <a:pt x="1677670" y="1803400"/>
                    <a:pt x="1692910" y="1813560"/>
                    <a:pt x="1692910" y="1812290"/>
                  </a:cubicBezTo>
                  <a:cubicBezTo>
                    <a:pt x="1699260" y="1808480"/>
                    <a:pt x="1705610" y="1770380"/>
                    <a:pt x="1711960" y="1771650"/>
                  </a:cubicBezTo>
                  <a:cubicBezTo>
                    <a:pt x="1724660" y="1775460"/>
                    <a:pt x="1736090" y="1772920"/>
                    <a:pt x="1747520" y="1767840"/>
                  </a:cubicBezTo>
                  <a:cubicBezTo>
                    <a:pt x="1753870" y="1765300"/>
                    <a:pt x="1764030" y="1756410"/>
                    <a:pt x="1769110" y="1760220"/>
                  </a:cubicBezTo>
                  <a:cubicBezTo>
                    <a:pt x="1778000" y="1766570"/>
                    <a:pt x="1786890" y="1769110"/>
                    <a:pt x="1797050" y="1770380"/>
                  </a:cubicBezTo>
                  <a:cubicBezTo>
                    <a:pt x="1798320" y="1770380"/>
                    <a:pt x="1799590" y="1771650"/>
                    <a:pt x="1800860" y="1772920"/>
                  </a:cubicBezTo>
                  <a:cubicBezTo>
                    <a:pt x="1804670" y="1778000"/>
                    <a:pt x="1822450" y="1764030"/>
                    <a:pt x="1826260" y="1769110"/>
                  </a:cubicBezTo>
                  <a:cubicBezTo>
                    <a:pt x="1831340" y="1776730"/>
                    <a:pt x="1836420" y="1784350"/>
                    <a:pt x="1841500" y="1790700"/>
                  </a:cubicBezTo>
                  <a:cubicBezTo>
                    <a:pt x="1844040" y="1793240"/>
                    <a:pt x="1847850" y="1794510"/>
                    <a:pt x="1849120" y="1797050"/>
                  </a:cubicBezTo>
                  <a:cubicBezTo>
                    <a:pt x="1850390" y="1803400"/>
                    <a:pt x="1852930" y="1805940"/>
                    <a:pt x="1859280" y="1805940"/>
                  </a:cubicBezTo>
                  <a:cubicBezTo>
                    <a:pt x="1863090" y="1805940"/>
                    <a:pt x="1866900" y="1807210"/>
                    <a:pt x="1869440" y="1809750"/>
                  </a:cubicBezTo>
                  <a:cubicBezTo>
                    <a:pt x="1875790" y="1813560"/>
                    <a:pt x="1880870" y="1817370"/>
                    <a:pt x="1885950" y="1821180"/>
                  </a:cubicBezTo>
                  <a:cubicBezTo>
                    <a:pt x="1892300" y="1824990"/>
                    <a:pt x="1898650" y="1828800"/>
                    <a:pt x="1901190" y="1835150"/>
                  </a:cubicBezTo>
                  <a:cubicBezTo>
                    <a:pt x="1902460" y="1837690"/>
                    <a:pt x="1903730" y="1838960"/>
                    <a:pt x="1905000" y="1840230"/>
                  </a:cubicBezTo>
                  <a:cubicBezTo>
                    <a:pt x="1910080" y="1845310"/>
                    <a:pt x="1915160" y="1849120"/>
                    <a:pt x="1920240" y="1854200"/>
                  </a:cubicBezTo>
                  <a:cubicBezTo>
                    <a:pt x="1927860" y="1860550"/>
                    <a:pt x="1934210" y="1868170"/>
                    <a:pt x="1941830" y="1874520"/>
                  </a:cubicBezTo>
                  <a:cubicBezTo>
                    <a:pt x="1944370" y="1875790"/>
                    <a:pt x="1946910" y="1878330"/>
                    <a:pt x="1949450" y="1879600"/>
                  </a:cubicBezTo>
                  <a:cubicBezTo>
                    <a:pt x="1954530" y="1882140"/>
                    <a:pt x="1959610" y="1884680"/>
                    <a:pt x="1963420" y="1888490"/>
                  </a:cubicBezTo>
                  <a:cubicBezTo>
                    <a:pt x="1967230" y="1892300"/>
                    <a:pt x="1985010" y="1869440"/>
                    <a:pt x="1987550" y="1874520"/>
                  </a:cubicBezTo>
                  <a:cubicBezTo>
                    <a:pt x="1987550" y="1875790"/>
                    <a:pt x="1988820" y="1875790"/>
                    <a:pt x="1990090" y="1875790"/>
                  </a:cubicBezTo>
                  <a:cubicBezTo>
                    <a:pt x="1997710" y="1882140"/>
                    <a:pt x="2005330" y="1879600"/>
                    <a:pt x="2012950" y="1877060"/>
                  </a:cubicBezTo>
                  <a:cubicBezTo>
                    <a:pt x="2015490" y="1875790"/>
                    <a:pt x="2018030" y="1874520"/>
                    <a:pt x="2019300" y="1875790"/>
                  </a:cubicBezTo>
                  <a:cubicBezTo>
                    <a:pt x="2028190" y="1879600"/>
                    <a:pt x="2034540" y="1888490"/>
                    <a:pt x="2045970" y="1889760"/>
                  </a:cubicBezTo>
                  <a:cubicBezTo>
                    <a:pt x="2045970" y="1889760"/>
                    <a:pt x="2047240" y="1889760"/>
                    <a:pt x="2047240" y="1891030"/>
                  </a:cubicBezTo>
                  <a:cubicBezTo>
                    <a:pt x="2049780" y="1898650"/>
                    <a:pt x="2057400" y="1898650"/>
                    <a:pt x="2063750" y="1899920"/>
                  </a:cubicBezTo>
                  <a:cubicBezTo>
                    <a:pt x="2067560" y="1899920"/>
                    <a:pt x="2071370" y="1901190"/>
                    <a:pt x="2073910" y="1902460"/>
                  </a:cubicBezTo>
                  <a:cubicBezTo>
                    <a:pt x="2081530" y="1906270"/>
                    <a:pt x="2089150" y="1911350"/>
                    <a:pt x="2098040" y="1913890"/>
                  </a:cubicBezTo>
                  <a:cubicBezTo>
                    <a:pt x="2109470" y="1917700"/>
                    <a:pt x="2120900" y="1920240"/>
                    <a:pt x="2129790" y="1926590"/>
                  </a:cubicBezTo>
                  <a:cubicBezTo>
                    <a:pt x="2131060" y="1926590"/>
                    <a:pt x="2132330" y="1926590"/>
                    <a:pt x="2132330" y="1927860"/>
                  </a:cubicBezTo>
                  <a:cubicBezTo>
                    <a:pt x="2136140" y="1930400"/>
                    <a:pt x="2142490" y="1931670"/>
                    <a:pt x="2145030" y="1935480"/>
                  </a:cubicBezTo>
                  <a:cubicBezTo>
                    <a:pt x="2148840" y="1943100"/>
                    <a:pt x="2159000" y="1941830"/>
                    <a:pt x="2164080" y="1948180"/>
                  </a:cubicBezTo>
                  <a:lnTo>
                    <a:pt x="2165350" y="1948180"/>
                  </a:lnTo>
                  <a:cubicBezTo>
                    <a:pt x="2170430" y="1948180"/>
                    <a:pt x="2175510" y="1949450"/>
                    <a:pt x="2181860" y="1949450"/>
                  </a:cubicBezTo>
                  <a:cubicBezTo>
                    <a:pt x="2184400" y="1948180"/>
                    <a:pt x="2188210" y="1945640"/>
                    <a:pt x="2190750" y="1945640"/>
                  </a:cubicBezTo>
                  <a:cubicBezTo>
                    <a:pt x="2202180" y="1949450"/>
                    <a:pt x="2213610" y="1949450"/>
                    <a:pt x="2221230" y="1939290"/>
                  </a:cubicBezTo>
                  <a:cubicBezTo>
                    <a:pt x="2222500" y="1938020"/>
                    <a:pt x="2225040" y="1938020"/>
                    <a:pt x="2227580" y="1938020"/>
                  </a:cubicBezTo>
                  <a:lnTo>
                    <a:pt x="2237740" y="1938020"/>
                  </a:lnTo>
                  <a:cubicBezTo>
                    <a:pt x="2249170" y="1935480"/>
                    <a:pt x="2259330" y="1932940"/>
                    <a:pt x="2270760" y="1931670"/>
                  </a:cubicBezTo>
                  <a:cubicBezTo>
                    <a:pt x="2275840" y="1930400"/>
                    <a:pt x="2282190" y="1932940"/>
                    <a:pt x="2287270" y="1934210"/>
                  </a:cubicBezTo>
                  <a:cubicBezTo>
                    <a:pt x="2292350" y="1935480"/>
                    <a:pt x="2297430" y="1935480"/>
                    <a:pt x="2302510" y="1935480"/>
                  </a:cubicBezTo>
                  <a:cubicBezTo>
                    <a:pt x="2308860" y="1935480"/>
                    <a:pt x="2313940" y="1932940"/>
                    <a:pt x="2320290" y="1932940"/>
                  </a:cubicBezTo>
                  <a:cubicBezTo>
                    <a:pt x="2325370" y="1931670"/>
                    <a:pt x="2331720" y="1931670"/>
                    <a:pt x="2336800" y="1930400"/>
                  </a:cubicBezTo>
                  <a:cubicBezTo>
                    <a:pt x="2348230" y="1927860"/>
                    <a:pt x="2358390" y="1925320"/>
                    <a:pt x="2369820" y="1924050"/>
                  </a:cubicBezTo>
                  <a:cubicBezTo>
                    <a:pt x="2377440" y="1880870"/>
                    <a:pt x="2376170" y="1830070"/>
                    <a:pt x="2376170" y="1778000"/>
                  </a:cubicBezTo>
                  <a:close/>
                </a:path>
              </a:pathLst>
            </a:custGeom>
            <a:blipFill>
              <a:blip r:embed="rId5"/>
              <a:stretch>
                <a:fillRect t="-31796" b="-3179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079506" y="220010"/>
            <a:ext cx="4947171" cy="4190544"/>
            <a:chOff x="0" y="0"/>
            <a:chExt cx="2374900" cy="2011680"/>
          </a:xfrm>
        </p:grpSpPr>
        <p:sp>
          <p:nvSpPr>
            <p:cNvPr id="8" name="Freeform 8"/>
            <p:cNvSpPr/>
            <p:nvPr/>
          </p:nvSpPr>
          <p:spPr>
            <a:xfrm>
              <a:off x="-2540" y="-2540"/>
              <a:ext cx="2377440" cy="2009140"/>
            </a:xfrm>
            <a:custGeom>
              <a:avLst/>
              <a:gdLst/>
              <a:ahLst/>
              <a:cxnLst/>
              <a:rect l="l" t="t" r="r" b="b"/>
              <a:pathLst>
                <a:path w="2377440" h="2009140">
                  <a:moveTo>
                    <a:pt x="2376170" y="1778000"/>
                  </a:moveTo>
                  <a:cubicBezTo>
                    <a:pt x="2374900" y="1276350"/>
                    <a:pt x="2359660" y="598170"/>
                    <a:pt x="2359660" y="97790"/>
                  </a:cubicBezTo>
                  <a:cubicBezTo>
                    <a:pt x="2359660" y="90170"/>
                    <a:pt x="2360930" y="82550"/>
                    <a:pt x="2360930" y="76200"/>
                  </a:cubicBezTo>
                  <a:cubicBezTo>
                    <a:pt x="2359660" y="74930"/>
                    <a:pt x="2358390" y="74930"/>
                    <a:pt x="2357120" y="73660"/>
                  </a:cubicBezTo>
                  <a:cubicBezTo>
                    <a:pt x="2357120" y="73660"/>
                    <a:pt x="2355850" y="74930"/>
                    <a:pt x="2355850" y="76200"/>
                  </a:cubicBezTo>
                  <a:cubicBezTo>
                    <a:pt x="2353310" y="82550"/>
                    <a:pt x="2348230" y="82550"/>
                    <a:pt x="2343150" y="82550"/>
                  </a:cubicBezTo>
                  <a:cubicBezTo>
                    <a:pt x="2336800" y="81280"/>
                    <a:pt x="2330450" y="74930"/>
                    <a:pt x="2322830" y="77470"/>
                  </a:cubicBezTo>
                  <a:cubicBezTo>
                    <a:pt x="2320290" y="78740"/>
                    <a:pt x="2315210" y="76200"/>
                    <a:pt x="2313940" y="73660"/>
                  </a:cubicBezTo>
                  <a:cubicBezTo>
                    <a:pt x="2310130" y="68580"/>
                    <a:pt x="2305050" y="68580"/>
                    <a:pt x="2299970" y="71120"/>
                  </a:cubicBezTo>
                  <a:cubicBezTo>
                    <a:pt x="2297430" y="72390"/>
                    <a:pt x="2294890" y="71120"/>
                    <a:pt x="2292350" y="71120"/>
                  </a:cubicBezTo>
                  <a:cubicBezTo>
                    <a:pt x="2288540" y="71120"/>
                    <a:pt x="2283460" y="69850"/>
                    <a:pt x="2279650" y="68580"/>
                  </a:cubicBezTo>
                  <a:cubicBezTo>
                    <a:pt x="2278380" y="68580"/>
                    <a:pt x="2275840" y="67310"/>
                    <a:pt x="2274570" y="67310"/>
                  </a:cubicBezTo>
                  <a:cubicBezTo>
                    <a:pt x="2270760" y="66040"/>
                    <a:pt x="2266950" y="62230"/>
                    <a:pt x="2263140" y="67310"/>
                  </a:cubicBezTo>
                  <a:cubicBezTo>
                    <a:pt x="2263140" y="67310"/>
                    <a:pt x="2260600" y="67310"/>
                    <a:pt x="2259330" y="66040"/>
                  </a:cubicBezTo>
                  <a:cubicBezTo>
                    <a:pt x="2258060" y="63500"/>
                    <a:pt x="2256790" y="59690"/>
                    <a:pt x="2255520" y="57150"/>
                  </a:cubicBezTo>
                  <a:cubicBezTo>
                    <a:pt x="2252980" y="53340"/>
                    <a:pt x="2252980" y="46990"/>
                    <a:pt x="2249170" y="44450"/>
                  </a:cubicBezTo>
                  <a:cubicBezTo>
                    <a:pt x="2246630" y="43180"/>
                    <a:pt x="2245360" y="41910"/>
                    <a:pt x="2244090" y="39370"/>
                  </a:cubicBezTo>
                  <a:cubicBezTo>
                    <a:pt x="2244090" y="38100"/>
                    <a:pt x="2241550" y="36830"/>
                    <a:pt x="2241550" y="35560"/>
                  </a:cubicBezTo>
                  <a:lnTo>
                    <a:pt x="2237740" y="31750"/>
                  </a:lnTo>
                  <a:cubicBezTo>
                    <a:pt x="2236470" y="29210"/>
                    <a:pt x="2235200" y="25400"/>
                    <a:pt x="2232660" y="24130"/>
                  </a:cubicBezTo>
                  <a:cubicBezTo>
                    <a:pt x="2227580" y="20320"/>
                    <a:pt x="2226310" y="15240"/>
                    <a:pt x="2228850" y="8890"/>
                  </a:cubicBezTo>
                  <a:cubicBezTo>
                    <a:pt x="2225040" y="7620"/>
                    <a:pt x="2222500" y="5080"/>
                    <a:pt x="2218690" y="5080"/>
                  </a:cubicBezTo>
                  <a:cubicBezTo>
                    <a:pt x="2203450" y="6350"/>
                    <a:pt x="2186940" y="8890"/>
                    <a:pt x="2171700" y="10160"/>
                  </a:cubicBezTo>
                  <a:cubicBezTo>
                    <a:pt x="2169160" y="10160"/>
                    <a:pt x="2165350" y="11430"/>
                    <a:pt x="2164080" y="12700"/>
                  </a:cubicBezTo>
                  <a:cubicBezTo>
                    <a:pt x="2153920" y="19050"/>
                    <a:pt x="2143760" y="13970"/>
                    <a:pt x="2133600" y="12700"/>
                  </a:cubicBezTo>
                  <a:cubicBezTo>
                    <a:pt x="2125980" y="12700"/>
                    <a:pt x="2118360" y="8890"/>
                    <a:pt x="2110740" y="7620"/>
                  </a:cubicBezTo>
                  <a:cubicBezTo>
                    <a:pt x="2101850" y="6350"/>
                    <a:pt x="2094230" y="7620"/>
                    <a:pt x="2085340" y="6350"/>
                  </a:cubicBezTo>
                  <a:cubicBezTo>
                    <a:pt x="2084070" y="6350"/>
                    <a:pt x="2082800" y="5080"/>
                    <a:pt x="2081530" y="3810"/>
                  </a:cubicBezTo>
                  <a:cubicBezTo>
                    <a:pt x="2078990" y="0"/>
                    <a:pt x="2073910" y="1270"/>
                    <a:pt x="2071370" y="2540"/>
                  </a:cubicBezTo>
                  <a:cubicBezTo>
                    <a:pt x="2067560" y="5080"/>
                    <a:pt x="2066290" y="8890"/>
                    <a:pt x="2063750" y="12700"/>
                  </a:cubicBezTo>
                  <a:cubicBezTo>
                    <a:pt x="2057400" y="13970"/>
                    <a:pt x="2048510" y="15240"/>
                    <a:pt x="2042160" y="19050"/>
                  </a:cubicBezTo>
                  <a:cubicBezTo>
                    <a:pt x="2037080" y="21590"/>
                    <a:pt x="2034540" y="22860"/>
                    <a:pt x="2030730" y="20320"/>
                  </a:cubicBezTo>
                  <a:lnTo>
                    <a:pt x="2029460" y="21590"/>
                  </a:lnTo>
                  <a:cubicBezTo>
                    <a:pt x="2032000" y="24130"/>
                    <a:pt x="2033270" y="27940"/>
                    <a:pt x="2035810" y="30480"/>
                  </a:cubicBezTo>
                  <a:cubicBezTo>
                    <a:pt x="2032000" y="31750"/>
                    <a:pt x="2026920" y="34290"/>
                    <a:pt x="2024380" y="33020"/>
                  </a:cubicBezTo>
                  <a:cubicBezTo>
                    <a:pt x="2018030" y="31750"/>
                    <a:pt x="2015490" y="34290"/>
                    <a:pt x="2010410" y="36830"/>
                  </a:cubicBezTo>
                  <a:cubicBezTo>
                    <a:pt x="2005330" y="40640"/>
                    <a:pt x="1998980" y="43180"/>
                    <a:pt x="1993900" y="45720"/>
                  </a:cubicBezTo>
                  <a:cubicBezTo>
                    <a:pt x="1992630" y="45720"/>
                    <a:pt x="1991360" y="45720"/>
                    <a:pt x="1990090" y="44450"/>
                  </a:cubicBezTo>
                  <a:cubicBezTo>
                    <a:pt x="1988820" y="44450"/>
                    <a:pt x="1987550" y="43180"/>
                    <a:pt x="1987550" y="43180"/>
                  </a:cubicBezTo>
                  <a:cubicBezTo>
                    <a:pt x="1981200" y="45720"/>
                    <a:pt x="1974850" y="48260"/>
                    <a:pt x="1968500" y="45720"/>
                  </a:cubicBezTo>
                  <a:cubicBezTo>
                    <a:pt x="1967230" y="45720"/>
                    <a:pt x="1967230" y="46990"/>
                    <a:pt x="1965960" y="46990"/>
                  </a:cubicBezTo>
                  <a:cubicBezTo>
                    <a:pt x="1958340" y="49530"/>
                    <a:pt x="1953260" y="58420"/>
                    <a:pt x="1943100" y="58420"/>
                  </a:cubicBezTo>
                  <a:cubicBezTo>
                    <a:pt x="1935480" y="58420"/>
                    <a:pt x="1927860" y="64770"/>
                    <a:pt x="1920240" y="64770"/>
                  </a:cubicBezTo>
                  <a:cubicBezTo>
                    <a:pt x="1911350" y="66040"/>
                    <a:pt x="1903730" y="68580"/>
                    <a:pt x="1896110" y="72390"/>
                  </a:cubicBezTo>
                  <a:cubicBezTo>
                    <a:pt x="1893570" y="73660"/>
                    <a:pt x="1891030" y="73660"/>
                    <a:pt x="1889760" y="73660"/>
                  </a:cubicBezTo>
                  <a:cubicBezTo>
                    <a:pt x="1883410" y="71120"/>
                    <a:pt x="1879600" y="74930"/>
                    <a:pt x="1877060" y="78740"/>
                  </a:cubicBezTo>
                  <a:cubicBezTo>
                    <a:pt x="1870710" y="87630"/>
                    <a:pt x="1860550" y="90170"/>
                    <a:pt x="1851660" y="92710"/>
                  </a:cubicBezTo>
                  <a:cubicBezTo>
                    <a:pt x="1840230" y="95250"/>
                    <a:pt x="1828800" y="96520"/>
                    <a:pt x="1817370" y="97790"/>
                  </a:cubicBezTo>
                  <a:cubicBezTo>
                    <a:pt x="1816100" y="97790"/>
                    <a:pt x="1814830" y="101600"/>
                    <a:pt x="1812290" y="102870"/>
                  </a:cubicBezTo>
                  <a:cubicBezTo>
                    <a:pt x="1811020" y="102870"/>
                    <a:pt x="1809750" y="101600"/>
                    <a:pt x="1809750" y="101600"/>
                  </a:cubicBezTo>
                  <a:cubicBezTo>
                    <a:pt x="1803400" y="109220"/>
                    <a:pt x="1799590" y="120650"/>
                    <a:pt x="1786890" y="119380"/>
                  </a:cubicBezTo>
                  <a:lnTo>
                    <a:pt x="1785620" y="119380"/>
                  </a:lnTo>
                  <a:cubicBezTo>
                    <a:pt x="1775460" y="125730"/>
                    <a:pt x="1765300" y="123190"/>
                    <a:pt x="1756410" y="120650"/>
                  </a:cubicBezTo>
                  <a:cubicBezTo>
                    <a:pt x="1753870" y="120650"/>
                    <a:pt x="1750060" y="118110"/>
                    <a:pt x="1748790" y="115570"/>
                  </a:cubicBezTo>
                  <a:cubicBezTo>
                    <a:pt x="1744980" y="107950"/>
                    <a:pt x="1734820" y="105410"/>
                    <a:pt x="1727200" y="107950"/>
                  </a:cubicBezTo>
                  <a:cubicBezTo>
                    <a:pt x="1720850" y="110490"/>
                    <a:pt x="1714500" y="111760"/>
                    <a:pt x="1708150" y="114300"/>
                  </a:cubicBezTo>
                  <a:cubicBezTo>
                    <a:pt x="1697990" y="116840"/>
                    <a:pt x="1689100" y="118110"/>
                    <a:pt x="1678940" y="113030"/>
                  </a:cubicBezTo>
                  <a:cubicBezTo>
                    <a:pt x="1668780" y="107950"/>
                    <a:pt x="1661160" y="111760"/>
                    <a:pt x="1656080" y="123190"/>
                  </a:cubicBezTo>
                  <a:cubicBezTo>
                    <a:pt x="1652270" y="130810"/>
                    <a:pt x="1642110" y="132080"/>
                    <a:pt x="1635760" y="125730"/>
                  </a:cubicBezTo>
                  <a:cubicBezTo>
                    <a:pt x="1631950" y="121920"/>
                    <a:pt x="1629410" y="123190"/>
                    <a:pt x="1625600" y="125730"/>
                  </a:cubicBezTo>
                  <a:lnTo>
                    <a:pt x="1617980" y="133350"/>
                  </a:lnTo>
                  <a:cubicBezTo>
                    <a:pt x="1616710" y="134620"/>
                    <a:pt x="1614170" y="134620"/>
                    <a:pt x="1612900" y="134620"/>
                  </a:cubicBezTo>
                  <a:lnTo>
                    <a:pt x="1605280" y="134620"/>
                  </a:lnTo>
                  <a:cubicBezTo>
                    <a:pt x="1600200" y="134620"/>
                    <a:pt x="1595120" y="133350"/>
                    <a:pt x="1590040" y="132080"/>
                  </a:cubicBezTo>
                  <a:cubicBezTo>
                    <a:pt x="1583690" y="130810"/>
                    <a:pt x="1578610" y="127000"/>
                    <a:pt x="1572260" y="125730"/>
                  </a:cubicBezTo>
                  <a:cubicBezTo>
                    <a:pt x="1562100" y="124460"/>
                    <a:pt x="1559560" y="115570"/>
                    <a:pt x="1555750" y="109220"/>
                  </a:cubicBezTo>
                  <a:cubicBezTo>
                    <a:pt x="1553210" y="105410"/>
                    <a:pt x="1548130" y="100330"/>
                    <a:pt x="1543050" y="101600"/>
                  </a:cubicBezTo>
                  <a:cubicBezTo>
                    <a:pt x="1537970" y="104140"/>
                    <a:pt x="1532890" y="101600"/>
                    <a:pt x="1529080" y="100330"/>
                  </a:cubicBezTo>
                  <a:cubicBezTo>
                    <a:pt x="1527810" y="100330"/>
                    <a:pt x="1525270" y="99060"/>
                    <a:pt x="1524000" y="99060"/>
                  </a:cubicBezTo>
                  <a:cubicBezTo>
                    <a:pt x="1515110" y="96520"/>
                    <a:pt x="1508760" y="101600"/>
                    <a:pt x="1502410" y="107950"/>
                  </a:cubicBezTo>
                  <a:lnTo>
                    <a:pt x="1497330" y="113030"/>
                  </a:lnTo>
                  <a:cubicBezTo>
                    <a:pt x="1496060" y="114300"/>
                    <a:pt x="1496060" y="116840"/>
                    <a:pt x="1494790" y="118110"/>
                  </a:cubicBezTo>
                  <a:cubicBezTo>
                    <a:pt x="1487170" y="124460"/>
                    <a:pt x="1479550" y="121920"/>
                    <a:pt x="1470660" y="118110"/>
                  </a:cubicBezTo>
                  <a:cubicBezTo>
                    <a:pt x="1463040" y="114300"/>
                    <a:pt x="1454150" y="118110"/>
                    <a:pt x="1451610" y="125730"/>
                  </a:cubicBezTo>
                  <a:cubicBezTo>
                    <a:pt x="1450340" y="130810"/>
                    <a:pt x="1449070" y="134620"/>
                    <a:pt x="1442720" y="137160"/>
                  </a:cubicBezTo>
                  <a:cubicBezTo>
                    <a:pt x="1436370" y="140970"/>
                    <a:pt x="1428750" y="143510"/>
                    <a:pt x="1427480" y="152400"/>
                  </a:cubicBezTo>
                  <a:cubicBezTo>
                    <a:pt x="1427480" y="153670"/>
                    <a:pt x="1426210" y="154940"/>
                    <a:pt x="1424940" y="154940"/>
                  </a:cubicBezTo>
                  <a:cubicBezTo>
                    <a:pt x="1421130" y="156210"/>
                    <a:pt x="1418590" y="157480"/>
                    <a:pt x="1414780" y="158750"/>
                  </a:cubicBezTo>
                  <a:lnTo>
                    <a:pt x="1403350" y="158750"/>
                  </a:lnTo>
                  <a:cubicBezTo>
                    <a:pt x="1395730" y="157480"/>
                    <a:pt x="1388110" y="154940"/>
                    <a:pt x="1380490" y="153670"/>
                  </a:cubicBezTo>
                  <a:cubicBezTo>
                    <a:pt x="1371600" y="152400"/>
                    <a:pt x="1363980" y="157480"/>
                    <a:pt x="1355090" y="158750"/>
                  </a:cubicBezTo>
                  <a:lnTo>
                    <a:pt x="1353820" y="160020"/>
                  </a:lnTo>
                  <a:cubicBezTo>
                    <a:pt x="1351280" y="163830"/>
                    <a:pt x="1347470" y="162560"/>
                    <a:pt x="1344930" y="160020"/>
                  </a:cubicBezTo>
                  <a:cubicBezTo>
                    <a:pt x="1339850" y="154940"/>
                    <a:pt x="1330960" y="153670"/>
                    <a:pt x="1324610" y="156210"/>
                  </a:cubicBezTo>
                  <a:cubicBezTo>
                    <a:pt x="1316990" y="160020"/>
                    <a:pt x="1309370" y="162560"/>
                    <a:pt x="1301750" y="165100"/>
                  </a:cubicBezTo>
                  <a:cubicBezTo>
                    <a:pt x="1299210" y="165100"/>
                    <a:pt x="1296670" y="163830"/>
                    <a:pt x="1295400" y="163830"/>
                  </a:cubicBezTo>
                  <a:cubicBezTo>
                    <a:pt x="1292860" y="163830"/>
                    <a:pt x="1289050" y="162560"/>
                    <a:pt x="1287780" y="163830"/>
                  </a:cubicBezTo>
                  <a:cubicBezTo>
                    <a:pt x="1277620" y="171450"/>
                    <a:pt x="1267460" y="168910"/>
                    <a:pt x="1258570" y="163830"/>
                  </a:cubicBezTo>
                  <a:cubicBezTo>
                    <a:pt x="1253490" y="161290"/>
                    <a:pt x="1245870" y="158750"/>
                    <a:pt x="1243330" y="151130"/>
                  </a:cubicBezTo>
                  <a:cubicBezTo>
                    <a:pt x="1242060" y="146050"/>
                    <a:pt x="1236980" y="140970"/>
                    <a:pt x="1233170" y="137160"/>
                  </a:cubicBezTo>
                  <a:cubicBezTo>
                    <a:pt x="1226820" y="130810"/>
                    <a:pt x="1220470" y="121920"/>
                    <a:pt x="1209040" y="121920"/>
                  </a:cubicBezTo>
                  <a:cubicBezTo>
                    <a:pt x="1206500" y="121920"/>
                    <a:pt x="1203960" y="116840"/>
                    <a:pt x="1202690" y="118110"/>
                  </a:cubicBezTo>
                  <a:cubicBezTo>
                    <a:pt x="1197610" y="119380"/>
                    <a:pt x="1197610" y="116840"/>
                    <a:pt x="1195070" y="114300"/>
                  </a:cubicBezTo>
                  <a:cubicBezTo>
                    <a:pt x="1192530" y="111760"/>
                    <a:pt x="1188720" y="109220"/>
                    <a:pt x="1186180" y="105410"/>
                  </a:cubicBezTo>
                  <a:cubicBezTo>
                    <a:pt x="1182370" y="100330"/>
                    <a:pt x="1178560" y="93980"/>
                    <a:pt x="1174750" y="88900"/>
                  </a:cubicBezTo>
                  <a:cubicBezTo>
                    <a:pt x="1170940" y="83820"/>
                    <a:pt x="1168400" y="77470"/>
                    <a:pt x="1164590" y="72390"/>
                  </a:cubicBezTo>
                  <a:cubicBezTo>
                    <a:pt x="1163320" y="71120"/>
                    <a:pt x="1159510" y="69850"/>
                    <a:pt x="1158240" y="71120"/>
                  </a:cubicBezTo>
                  <a:lnTo>
                    <a:pt x="1143000" y="78740"/>
                  </a:lnTo>
                  <a:cubicBezTo>
                    <a:pt x="1140460" y="80010"/>
                    <a:pt x="1139190" y="82550"/>
                    <a:pt x="1137920" y="85090"/>
                  </a:cubicBezTo>
                  <a:lnTo>
                    <a:pt x="1136650" y="83820"/>
                  </a:lnTo>
                  <a:cubicBezTo>
                    <a:pt x="1137920" y="80010"/>
                    <a:pt x="1139190" y="76200"/>
                    <a:pt x="1140460" y="74930"/>
                  </a:cubicBezTo>
                  <a:lnTo>
                    <a:pt x="1125220" y="71120"/>
                  </a:lnTo>
                  <a:cubicBezTo>
                    <a:pt x="1121410" y="69850"/>
                    <a:pt x="1115060" y="69850"/>
                    <a:pt x="1112520" y="69850"/>
                  </a:cubicBezTo>
                  <a:lnTo>
                    <a:pt x="1092200" y="69850"/>
                  </a:lnTo>
                  <a:cubicBezTo>
                    <a:pt x="1084580" y="69850"/>
                    <a:pt x="1078230" y="68580"/>
                    <a:pt x="1070610" y="69850"/>
                  </a:cubicBezTo>
                  <a:cubicBezTo>
                    <a:pt x="1065530" y="71120"/>
                    <a:pt x="1061720" y="68580"/>
                    <a:pt x="1057910" y="66040"/>
                  </a:cubicBezTo>
                  <a:cubicBezTo>
                    <a:pt x="1047750" y="58420"/>
                    <a:pt x="1037590" y="49530"/>
                    <a:pt x="1023620" y="53340"/>
                  </a:cubicBezTo>
                  <a:cubicBezTo>
                    <a:pt x="1022350" y="53340"/>
                    <a:pt x="1019810" y="52070"/>
                    <a:pt x="1018540" y="50800"/>
                  </a:cubicBezTo>
                  <a:cubicBezTo>
                    <a:pt x="1014730" y="49530"/>
                    <a:pt x="1012190" y="46990"/>
                    <a:pt x="1007110" y="44450"/>
                  </a:cubicBezTo>
                  <a:cubicBezTo>
                    <a:pt x="1007110" y="48260"/>
                    <a:pt x="1007110" y="49530"/>
                    <a:pt x="1008380" y="52070"/>
                  </a:cubicBezTo>
                  <a:cubicBezTo>
                    <a:pt x="1005840" y="54610"/>
                    <a:pt x="1004570" y="53340"/>
                    <a:pt x="1003300" y="52070"/>
                  </a:cubicBezTo>
                  <a:cubicBezTo>
                    <a:pt x="1002030" y="53340"/>
                    <a:pt x="1000760" y="55880"/>
                    <a:pt x="999490" y="55880"/>
                  </a:cubicBezTo>
                  <a:cubicBezTo>
                    <a:pt x="993140" y="58420"/>
                    <a:pt x="986790" y="59690"/>
                    <a:pt x="980440" y="62230"/>
                  </a:cubicBezTo>
                  <a:cubicBezTo>
                    <a:pt x="977900" y="63500"/>
                    <a:pt x="975360" y="64770"/>
                    <a:pt x="974090" y="66040"/>
                  </a:cubicBezTo>
                  <a:cubicBezTo>
                    <a:pt x="969010" y="69850"/>
                    <a:pt x="965200" y="76200"/>
                    <a:pt x="956310" y="74930"/>
                  </a:cubicBezTo>
                  <a:cubicBezTo>
                    <a:pt x="955040" y="74930"/>
                    <a:pt x="952500" y="77470"/>
                    <a:pt x="949960" y="77470"/>
                  </a:cubicBezTo>
                  <a:cubicBezTo>
                    <a:pt x="947420" y="78740"/>
                    <a:pt x="943610" y="78740"/>
                    <a:pt x="941070" y="80010"/>
                  </a:cubicBezTo>
                  <a:lnTo>
                    <a:pt x="938530" y="80010"/>
                  </a:lnTo>
                  <a:cubicBezTo>
                    <a:pt x="930910" y="82550"/>
                    <a:pt x="924560" y="85090"/>
                    <a:pt x="916940" y="86360"/>
                  </a:cubicBezTo>
                  <a:lnTo>
                    <a:pt x="911860" y="86360"/>
                  </a:lnTo>
                  <a:cubicBezTo>
                    <a:pt x="905510" y="86360"/>
                    <a:pt x="900430" y="85090"/>
                    <a:pt x="894080" y="85090"/>
                  </a:cubicBezTo>
                  <a:cubicBezTo>
                    <a:pt x="887730" y="85090"/>
                    <a:pt x="881380" y="87630"/>
                    <a:pt x="875030" y="87630"/>
                  </a:cubicBezTo>
                  <a:cubicBezTo>
                    <a:pt x="867410" y="87630"/>
                    <a:pt x="858520" y="87630"/>
                    <a:pt x="852170" y="82550"/>
                  </a:cubicBezTo>
                  <a:cubicBezTo>
                    <a:pt x="850900" y="81280"/>
                    <a:pt x="847090" y="81280"/>
                    <a:pt x="844550" y="82550"/>
                  </a:cubicBezTo>
                  <a:cubicBezTo>
                    <a:pt x="835660" y="83820"/>
                    <a:pt x="826770" y="85090"/>
                    <a:pt x="819150" y="87630"/>
                  </a:cubicBezTo>
                  <a:cubicBezTo>
                    <a:pt x="811530" y="90170"/>
                    <a:pt x="807720" y="87630"/>
                    <a:pt x="805180" y="81280"/>
                  </a:cubicBezTo>
                  <a:cubicBezTo>
                    <a:pt x="803910" y="78740"/>
                    <a:pt x="801370" y="76200"/>
                    <a:pt x="798830" y="73660"/>
                  </a:cubicBezTo>
                  <a:cubicBezTo>
                    <a:pt x="795020" y="71120"/>
                    <a:pt x="791210" y="67310"/>
                    <a:pt x="787400" y="67310"/>
                  </a:cubicBezTo>
                  <a:cubicBezTo>
                    <a:pt x="778510" y="67310"/>
                    <a:pt x="773430" y="62230"/>
                    <a:pt x="767080" y="58420"/>
                  </a:cubicBezTo>
                  <a:cubicBezTo>
                    <a:pt x="756920" y="52070"/>
                    <a:pt x="748030" y="44450"/>
                    <a:pt x="735330" y="45720"/>
                  </a:cubicBezTo>
                  <a:lnTo>
                    <a:pt x="735330" y="39370"/>
                  </a:lnTo>
                  <a:cubicBezTo>
                    <a:pt x="737870" y="39370"/>
                    <a:pt x="740410" y="39370"/>
                    <a:pt x="742950" y="38100"/>
                  </a:cubicBezTo>
                  <a:cubicBezTo>
                    <a:pt x="739140" y="35560"/>
                    <a:pt x="739140" y="31750"/>
                    <a:pt x="736600" y="29210"/>
                  </a:cubicBezTo>
                  <a:cubicBezTo>
                    <a:pt x="731520" y="25400"/>
                    <a:pt x="726440" y="24130"/>
                    <a:pt x="721360" y="21590"/>
                  </a:cubicBezTo>
                  <a:cubicBezTo>
                    <a:pt x="717550" y="20320"/>
                    <a:pt x="712470" y="20320"/>
                    <a:pt x="715010" y="26670"/>
                  </a:cubicBezTo>
                  <a:cubicBezTo>
                    <a:pt x="708660" y="27940"/>
                    <a:pt x="703580" y="27940"/>
                    <a:pt x="701040" y="30480"/>
                  </a:cubicBezTo>
                  <a:cubicBezTo>
                    <a:pt x="695960" y="34290"/>
                    <a:pt x="690880" y="31750"/>
                    <a:pt x="687070" y="29210"/>
                  </a:cubicBezTo>
                  <a:cubicBezTo>
                    <a:pt x="684530" y="27940"/>
                    <a:pt x="681990" y="26670"/>
                    <a:pt x="679450" y="27940"/>
                  </a:cubicBezTo>
                  <a:cubicBezTo>
                    <a:pt x="664210" y="35560"/>
                    <a:pt x="648970" y="31750"/>
                    <a:pt x="633730" y="31750"/>
                  </a:cubicBezTo>
                  <a:cubicBezTo>
                    <a:pt x="631190" y="31750"/>
                    <a:pt x="628650" y="30480"/>
                    <a:pt x="624840" y="30480"/>
                  </a:cubicBezTo>
                  <a:cubicBezTo>
                    <a:pt x="619760" y="29210"/>
                    <a:pt x="615950" y="26670"/>
                    <a:pt x="610870" y="25400"/>
                  </a:cubicBezTo>
                  <a:cubicBezTo>
                    <a:pt x="605790" y="24130"/>
                    <a:pt x="599440" y="22860"/>
                    <a:pt x="594360" y="21590"/>
                  </a:cubicBezTo>
                  <a:lnTo>
                    <a:pt x="590550" y="21590"/>
                  </a:lnTo>
                  <a:cubicBezTo>
                    <a:pt x="581660" y="21590"/>
                    <a:pt x="572770" y="22860"/>
                    <a:pt x="565150" y="22860"/>
                  </a:cubicBezTo>
                  <a:cubicBezTo>
                    <a:pt x="558800" y="22860"/>
                    <a:pt x="552450" y="20320"/>
                    <a:pt x="544830" y="19050"/>
                  </a:cubicBezTo>
                  <a:cubicBezTo>
                    <a:pt x="543560" y="8890"/>
                    <a:pt x="533400" y="11430"/>
                    <a:pt x="527050" y="6350"/>
                  </a:cubicBezTo>
                  <a:cubicBezTo>
                    <a:pt x="525780" y="5080"/>
                    <a:pt x="523240" y="6350"/>
                    <a:pt x="521970" y="6350"/>
                  </a:cubicBezTo>
                  <a:cubicBezTo>
                    <a:pt x="514350" y="5080"/>
                    <a:pt x="509270" y="8890"/>
                    <a:pt x="506730" y="15240"/>
                  </a:cubicBezTo>
                  <a:cubicBezTo>
                    <a:pt x="502920" y="21590"/>
                    <a:pt x="492760" y="24130"/>
                    <a:pt x="496570" y="34290"/>
                  </a:cubicBezTo>
                  <a:cubicBezTo>
                    <a:pt x="497840" y="35560"/>
                    <a:pt x="500380" y="36830"/>
                    <a:pt x="501650" y="39370"/>
                  </a:cubicBezTo>
                  <a:cubicBezTo>
                    <a:pt x="501650" y="43180"/>
                    <a:pt x="500380" y="45720"/>
                    <a:pt x="496570" y="44450"/>
                  </a:cubicBezTo>
                  <a:cubicBezTo>
                    <a:pt x="495300" y="44450"/>
                    <a:pt x="494030" y="46990"/>
                    <a:pt x="492760" y="48260"/>
                  </a:cubicBezTo>
                  <a:cubicBezTo>
                    <a:pt x="491490" y="49530"/>
                    <a:pt x="491490" y="52070"/>
                    <a:pt x="490220" y="52070"/>
                  </a:cubicBezTo>
                  <a:cubicBezTo>
                    <a:pt x="482600" y="54610"/>
                    <a:pt x="477520" y="60960"/>
                    <a:pt x="468630" y="59690"/>
                  </a:cubicBezTo>
                  <a:lnTo>
                    <a:pt x="466090" y="59690"/>
                  </a:lnTo>
                  <a:cubicBezTo>
                    <a:pt x="458470" y="66040"/>
                    <a:pt x="450850" y="64770"/>
                    <a:pt x="441960" y="63500"/>
                  </a:cubicBezTo>
                  <a:cubicBezTo>
                    <a:pt x="438150" y="62230"/>
                    <a:pt x="433070" y="63500"/>
                    <a:pt x="427990" y="63500"/>
                  </a:cubicBezTo>
                  <a:cubicBezTo>
                    <a:pt x="424180" y="63500"/>
                    <a:pt x="420370" y="63500"/>
                    <a:pt x="416560" y="60960"/>
                  </a:cubicBezTo>
                  <a:cubicBezTo>
                    <a:pt x="411480" y="58420"/>
                    <a:pt x="406400" y="54610"/>
                    <a:pt x="401320" y="52070"/>
                  </a:cubicBezTo>
                  <a:cubicBezTo>
                    <a:pt x="396240" y="49530"/>
                    <a:pt x="389890" y="49530"/>
                    <a:pt x="389890" y="40640"/>
                  </a:cubicBezTo>
                  <a:cubicBezTo>
                    <a:pt x="389890" y="39370"/>
                    <a:pt x="387350" y="38100"/>
                    <a:pt x="387350" y="36830"/>
                  </a:cubicBezTo>
                  <a:cubicBezTo>
                    <a:pt x="378460" y="44450"/>
                    <a:pt x="370840" y="50800"/>
                    <a:pt x="363220" y="57150"/>
                  </a:cubicBezTo>
                  <a:cubicBezTo>
                    <a:pt x="359410" y="60960"/>
                    <a:pt x="354330" y="66040"/>
                    <a:pt x="356870" y="72390"/>
                  </a:cubicBezTo>
                  <a:cubicBezTo>
                    <a:pt x="356870" y="73660"/>
                    <a:pt x="355600" y="74930"/>
                    <a:pt x="355600" y="76200"/>
                  </a:cubicBezTo>
                  <a:cubicBezTo>
                    <a:pt x="354330" y="78740"/>
                    <a:pt x="353060" y="81280"/>
                    <a:pt x="350520" y="82550"/>
                  </a:cubicBezTo>
                  <a:cubicBezTo>
                    <a:pt x="347980" y="86360"/>
                    <a:pt x="345440" y="90170"/>
                    <a:pt x="342900" y="95250"/>
                  </a:cubicBezTo>
                  <a:lnTo>
                    <a:pt x="335280" y="102870"/>
                  </a:lnTo>
                  <a:cubicBezTo>
                    <a:pt x="332740" y="106680"/>
                    <a:pt x="330200" y="110490"/>
                    <a:pt x="326390" y="113030"/>
                  </a:cubicBezTo>
                  <a:cubicBezTo>
                    <a:pt x="317500" y="120650"/>
                    <a:pt x="308610" y="128270"/>
                    <a:pt x="298450" y="135890"/>
                  </a:cubicBezTo>
                  <a:cubicBezTo>
                    <a:pt x="293370" y="140970"/>
                    <a:pt x="287020" y="144780"/>
                    <a:pt x="281940" y="149860"/>
                  </a:cubicBezTo>
                  <a:cubicBezTo>
                    <a:pt x="273050" y="157480"/>
                    <a:pt x="262890" y="163830"/>
                    <a:pt x="257810" y="175260"/>
                  </a:cubicBezTo>
                  <a:cubicBezTo>
                    <a:pt x="257810" y="176530"/>
                    <a:pt x="255270" y="177800"/>
                    <a:pt x="254000" y="179070"/>
                  </a:cubicBezTo>
                  <a:cubicBezTo>
                    <a:pt x="247650" y="184150"/>
                    <a:pt x="237490" y="184150"/>
                    <a:pt x="237490" y="194310"/>
                  </a:cubicBezTo>
                  <a:cubicBezTo>
                    <a:pt x="227330" y="194310"/>
                    <a:pt x="222250" y="201930"/>
                    <a:pt x="217170" y="208280"/>
                  </a:cubicBezTo>
                  <a:cubicBezTo>
                    <a:pt x="213360" y="213360"/>
                    <a:pt x="209550" y="219710"/>
                    <a:pt x="204470" y="223520"/>
                  </a:cubicBezTo>
                  <a:cubicBezTo>
                    <a:pt x="199390" y="226060"/>
                    <a:pt x="193040" y="224790"/>
                    <a:pt x="186690" y="224790"/>
                  </a:cubicBezTo>
                  <a:cubicBezTo>
                    <a:pt x="184150" y="224790"/>
                    <a:pt x="181610" y="224790"/>
                    <a:pt x="181610" y="226060"/>
                  </a:cubicBezTo>
                  <a:cubicBezTo>
                    <a:pt x="176530" y="231140"/>
                    <a:pt x="170180" y="234950"/>
                    <a:pt x="166370" y="241300"/>
                  </a:cubicBezTo>
                  <a:cubicBezTo>
                    <a:pt x="162560" y="247650"/>
                    <a:pt x="158750" y="251460"/>
                    <a:pt x="152400" y="252730"/>
                  </a:cubicBezTo>
                  <a:cubicBezTo>
                    <a:pt x="146050" y="254000"/>
                    <a:pt x="139700" y="260350"/>
                    <a:pt x="130810" y="256540"/>
                  </a:cubicBezTo>
                  <a:cubicBezTo>
                    <a:pt x="123190" y="254000"/>
                    <a:pt x="114300" y="256540"/>
                    <a:pt x="109220" y="251460"/>
                  </a:cubicBezTo>
                  <a:cubicBezTo>
                    <a:pt x="99060" y="252730"/>
                    <a:pt x="91440" y="255270"/>
                    <a:pt x="82550" y="256540"/>
                  </a:cubicBezTo>
                  <a:cubicBezTo>
                    <a:pt x="72390" y="259080"/>
                    <a:pt x="60960" y="257810"/>
                    <a:pt x="52070" y="265430"/>
                  </a:cubicBezTo>
                  <a:cubicBezTo>
                    <a:pt x="44450" y="271780"/>
                    <a:pt x="38100" y="278130"/>
                    <a:pt x="26670" y="276860"/>
                  </a:cubicBezTo>
                  <a:cubicBezTo>
                    <a:pt x="27940" y="284480"/>
                    <a:pt x="29210" y="290830"/>
                    <a:pt x="30480" y="298450"/>
                  </a:cubicBezTo>
                  <a:cubicBezTo>
                    <a:pt x="33020" y="318770"/>
                    <a:pt x="35560" y="339090"/>
                    <a:pt x="36830" y="359410"/>
                  </a:cubicBezTo>
                  <a:cubicBezTo>
                    <a:pt x="40640" y="384810"/>
                    <a:pt x="41910" y="408940"/>
                    <a:pt x="39370" y="433070"/>
                  </a:cubicBezTo>
                  <a:cubicBezTo>
                    <a:pt x="36830" y="467360"/>
                    <a:pt x="25400" y="1640840"/>
                    <a:pt x="13970" y="1672590"/>
                  </a:cubicBezTo>
                  <a:lnTo>
                    <a:pt x="2540" y="1699260"/>
                  </a:lnTo>
                  <a:cubicBezTo>
                    <a:pt x="0" y="1705610"/>
                    <a:pt x="3810" y="1709420"/>
                    <a:pt x="10160" y="1710690"/>
                  </a:cubicBezTo>
                  <a:cubicBezTo>
                    <a:pt x="17780" y="1711960"/>
                    <a:pt x="20320" y="1717040"/>
                    <a:pt x="22860" y="1723390"/>
                  </a:cubicBezTo>
                  <a:cubicBezTo>
                    <a:pt x="25400" y="1733550"/>
                    <a:pt x="21590" y="1743710"/>
                    <a:pt x="26670" y="1753870"/>
                  </a:cubicBezTo>
                  <a:cubicBezTo>
                    <a:pt x="29210" y="1758950"/>
                    <a:pt x="26670" y="1767840"/>
                    <a:pt x="25400" y="1775460"/>
                  </a:cubicBezTo>
                  <a:cubicBezTo>
                    <a:pt x="24130" y="1785620"/>
                    <a:pt x="26670" y="1795780"/>
                    <a:pt x="30480" y="1804670"/>
                  </a:cubicBezTo>
                  <a:cubicBezTo>
                    <a:pt x="39370" y="1819910"/>
                    <a:pt x="40640" y="1837690"/>
                    <a:pt x="40640" y="1854200"/>
                  </a:cubicBezTo>
                  <a:cubicBezTo>
                    <a:pt x="40640" y="1858010"/>
                    <a:pt x="41910" y="1861820"/>
                    <a:pt x="43180" y="1864360"/>
                  </a:cubicBezTo>
                  <a:cubicBezTo>
                    <a:pt x="45720" y="1866900"/>
                    <a:pt x="50800" y="1869440"/>
                    <a:pt x="55880" y="1870710"/>
                  </a:cubicBezTo>
                  <a:lnTo>
                    <a:pt x="86360" y="1885950"/>
                  </a:lnTo>
                  <a:cubicBezTo>
                    <a:pt x="100330" y="1893570"/>
                    <a:pt x="111760" y="1892300"/>
                    <a:pt x="124460" y="1883410"/>
                  </a:cubicBezTo>
                  <a:cubicBezTo>
                    <a:pt x="125730" y="1882140"/>
                    <a:pt x="129540" y="1880870"/>
                    <a:pt x="130810" y="1880870"/>
                  </a:cubicBezTo>
                  <a:cubicBezTo>
                    <a:pt x="139700" y="1882140"/>
                    <a:pt x="148590" y="1882140"/>
                    <a:pt x="156210" y="1889760"/>
                  </a:cubicBezTo>
                  <a:cubicBezTo>
                    <a:pt x="165100" y="1897380"/>
                    <a:pt x="177800" y="1902460"/>
                    <a:pt x="187960" y="1908810"/>
                  </a:cubicBezTo>
                  <a:cubicBezTo>
                    <a:pt x="194310" y="1912620"/>
                    <a:pt x="201930" y="1917700"/>
                    <a:pt x="205740" y="1922780"/>
                  </a:cubicBezTo>
                  <a:cubicBezTo>
                    <a:pt x="208280" y="1925320"/>
                    <a:pt x="210820" y="1927860"/>
                    <a:pt x="213360" y="1929130"/>
                  </a:cubicBezTo>
                  <a:cubicBezTo>
                    <a:pt x="227330" y="1934210"/>
                    <a:pt x="234950" y="1946910"/>
                    <a:pt x="243840" y="1957070"/>
                  </a:cubicBezTo>
                  <a:cubicBezTo>
                    <a:pt x="251460" y="1965960"/>
                    <a:pt x="261620" y="1971040"/>
                    <a:pt x="273050" y="1972310"/>
                  </a:cubicBezTo>
                  <a:cubicBezTo>
                    <a:pt x="285750" y="1974850"/>
                    <a:pt x="298450" y="1976120"/>
                    <a:pt x="311150" y="1978660"/>
                  </a:cubicBezTo>
                  <a:cubicBezTo>
                    <a:pt x="316230" y="1979930"/>
                    <a:pt x="322580" y="1981200"/>
                    <a:pt x="327660" y="1983740"/>
                  </a:cubicBezTo>
                  <a:cubicBezTo>
                    <a:pt x="334010" y="1986280"/>
                    <a:pt x="340360" y="1986280"/>
                    <a:pt x="345440" y="1990090"/>
                  </a:cubicBezTo>
                  <a:cubicBezTo>
                    <a:pt x="353060" y="1996440"/>
                    <a:pt x="360680" y="2000250"/>
                    <a:pt x="370840" y="1997710"/>
                  </a:cubicBezTo>
                  <a:cubicBezTo>
                    <a:pt x="374650" y="1996440"/>
                    <a:pt x="379730" y="1998980"/>
                    <a:pt x="383540" y="2000250"/>
                  </a:cubicBezTo>
                  <a:cubicBezTo>
                    <a:pt x="384810" y="2000250"/>
                    <a:pt x="386080" y="2001520"/>
                    <a:pt x="387350" y="2001520"/>
                  </a:cubicBezTo>
                  <a:cubicBezTo>
                    <a:pt x="401320" y="2002790"/>
                    <a:pt x="414020" y="2000250"/>
                    <a:pt x="426720" y="1997710"/>
                  </a:cubicBezTo>
                  <a:cubicBezTo>
                    <a:pt x="431800" y="1996440"/>
                    <a:pt x="436880" y="1995170"/>
                    <a:pt x="441960" y="1992630"/>
                  </a:cubicBezTo>
                  <a:cubicBezTo>
                    <a:pt x="455930" y="1986280"/>
                    <a:pt x="469900" y="1979930"/>
                    <a:pt x="482600" y="1972310"/>
                  </a:cubicBezTo>
                  <a:cubicBezTo>
                    <a:pt x="491490" y="1967230"/>
                    <a:pt x="500380" y="1962150"/>
                    <a:pt x="510540" y="1967230"/>
                  </a:cubicBezTo>
                  <a:lnTo>
                    <a:pt x="515620" y="1967230"/>
                  </a:lnTo>
                  <a:cubicBezTo>
                    <a:pt x="524510" y="1967230"/>
                    <a:pt x="533400" y="1965960"/>
                    <a:pt x="541020" y="1964690"/>
                  </a:cubicBezTo>
                  <a:cubicBezTo>
                    <a:pt x="542290" y="1964690"/>
                    <a:pt x="544830" y="1964690"/>
                    <a:pt x="544830" y="1963420"/>
                  </a:cubicBezTo>
                  <a:cubicBezTo>
                    <a:pt x="548640" y="1958340"/>
                    <a:pt x="554990" y="1958340"/>
                    <a:pt x="561340" y="1957070"/>
                  </a:cubicBezTo>
                  <a:cubicBezTo>
                    <a:pt x="571500" y="1955800"/>
                    <a:pt x="581660" y="1955800"/>
                    <a:pt x="589280" y="1949450"/>
                  </a:cubicBezTo>
                  <a:cubicBezTo>
                    <a:pt x="596900" y="1944370"/>
                    <a:pt x="604520" y="1943100"/>
                    <a:pt x="613410" y="1941830"/>
                  </a:cubicBezTo>
                  <a:cubicBezTo>
                    <a:pt x="614680" y="1941830"/>
                    <a:pt x="617220" y="1940560"/>
                    <a:pt x="618490" y="1940560"/>
                  </a:cubicBezTo>
                  <a:cubicBezTo>
                    <a:pt x="624840" y="1939290"/>
                    <a:pt x="631190" y="1935480"/>
                    <a:pt x="636270" y="1936750"/>
                  </a:cubicBezTo>
                  <a:cubicBezTo>
                    <a:pt x="647700" y="1939290"/>
                    <a:pt x="652780" y="1935480"/>
                    <a:pt x="660400" y="1925320"/>
                  </a:cubicBezTo>
                  <a:cubicBezTo>
                    <a:pt x="661670" y="1922780"/>
                    <a:pt x="665480" y="1921510"/>
                    <a:pt x="668020" y="1920240"/>
                  </a:cubicBezTo>
                  <a:cubicBezTo>
                    <a:pt x="674370" y="1918970"/>
                    <a:pt x="680720" y="1920240"/>
                    <a:pt x="687070" y="1918970"/>
                  </a:cubicBezTo>
                  <a:cubicBezTo>
                    <a:pt x="690880" y="1918970"/>
                    <a:pt x="694690" y="1915160"/>
                    <a:pt x="697230" y="1915160"/>
                  </a:cubicBezTo>
                  <a:cubicBezTo>
                    <a:pt x="707390" y="1916430"/>
                    <a:pt x="718820" y="1912620"/>
                    <a:pt x="727710" y="1918970"/>
                  </a:cubicBezTo>
                  <a:cubicBezTo>
                    <a:pt x="728980" y="1920240"/>
                    <a:pt x="731520" y="1920240"/>
                    <a:pt x="734060" y="1920240"/>
                  </a:cubicBezTo>
                  <a:cubicBezTo>
                    <a:pt x="750570" y="1921510"/>
                    <a:pt x="764540" y="1926590"/>
                    <a:pt x="775970" y="1936750"/>
                  </a:cubicBezTo>
                  <a:cubicBezTo>
                    <a:pt x="779780" y="1940560"/>
                    <a:pt x="784860" y="1943100"/>
                    <a:pt x="788670" y="1945640"/>
                  </a:cubicBezTo>
                  <a:cubicBezTo>
                    <a:pt x="792480" y="1948180"/>
                    <a:pt x="797560" y="1948180"/>
                    <a:pt x="801370" y="1949450"/>
                  </a:cubicBezTo>
                  <a:cubicBezTo>
                    <a:pt x="805180" y="1950720"/>
                    <a:pt x="807720" y="1951990"/>
                    <a:pt x="811530" y="1951990"/>
                  </a:cubicBezTo>
                  <a:cubicBezTo>
                    <a:pt x="817880" y="1951990"/>
                    <a:pt x="822960" y="1954530"/>
                    <a:pt x="826770" y="1959610"/>
                  </a:cubicBezTo>
                  <a:cubicBezTo>
                    <a:pt x="828040" y="1960880"/>
                    <a:pt x="829310" y="1962150"/>
                    <a:pt x="830580" y="1964690"/>
                  </a:cubicBezTo>
                  <a:cubicBezTo>
                    <a:pt x="829310" y="1968500"/>
                    <a:pt x="836930" y="1978660"/>
                    <a:pt x="842010" y="1978660"/>
                  </a:cubicBezTo>
                  <a:cubicBezTo>
                    <a:pt x="850900" y="1978660"/>
                    <a:pt x="859790" y="1981200"/>
                    <a:pt x="867410" y="1987550"/>
                  </a:cubicBezTo>
                  <a:cubicBezTo>
                    <a:pt x="868680" y="1988820"/>
                    <a:pt x="871220" y="1988820"/>
                    <a:pt x="873760" y="1987550"/>
                  </a:cubicBezTo>
                  <a:cubicBezTo>
                    <a:pt x="877570" y="1986280"/>
                    <a:pt x="880110" y="1986280"/>
                    <a:pt x="882650" y="1990090"/>
                  </a:cubicBezTo>
                  <a:cubicBezTo>
                    <a:pt x="883920" y="1991360"/>
                    <a:pt x="889000" y="1991360"/>
                    <a:pt x="891540" y="1991360"/>
                  </a:cubicBezTo>
                  <a:cubicBezTo>
                    <a:pt x="897890" y="1991360"/>
                    <a:pt x="905510" y="1990090"/>
                    <a:pt x="911860" y="1991360"/>
                  </a:cubicBezTo>
                  <a:cubicBezTo>
                    <a:pt x="923290" y="1992630"/>
                    <a:pt x="933450" y="1993900"/>
                    <a:pt x="944880" y="1996440"/>
                  </a:cubicBezTo>
                  <a:cubicBezTo>
                    <a:pt x="947420" y="1996440"/>
                    <a:pt x="949960" y="1997710"/>
                    <a:pt x="951230" y="1998980"/>
                  </a:cubicBezTo>
                  <a:cubicBezTo>
                    <a:pt x="953770" y="2005330"/>
                    <a:pt x="960120" y="2005330"/>
                    <a:pt x="963930" y="2006600"/>
                  </a:cubicBezTo>
                  <a:cubicBezTo>
                    <a:pt x="967740" y="2007870"/>
                    <a:pt x="972820" y="2009140"/>
                    <a:pt x="975360" y="2009140"/>
                  </a:cubicBezTo>
                  <a:cubicBezTo>
                    <a:pt x="976630" y="2007870"/>
                    <a:pt x="979170" y="2006600"/>
                    <a:pt x="981710" y="2004060"/>
                  </a:cubicBezTo>
                  <a:cubicBezTo>
                    <a:pt x="976630" y="2004060"/>
                    <a:pt x="974090" y="2005330"/>
                    <a:pt x="971550" y="2005330"/>
                  </a:cubicBezTo>
                  <a:cubicBezTo>
                    <a:pt x="976630" y="1998980"/>
                    <a:pt x="981710" y="1997710"/>
                    <a:pt x="988060" y="2001520"/>
                  </a:cubicBezTo>
                  <a:cubicBezTo>
                    <a:pt x="995680" y="2007870"/>
                    <a:pt x="1002030" y="2007870"/>
                    <a:pt x="1010920" y="2001520"/>
                  </a:cubicBezTo>
                  <a:lnTo>
                    <a:pt x="1018540" y="1997710"/>
                  </a:lnTo>
                  <a:lnTo>
                    <a:pt x="1018540" y="1991360"/>
                  </a:lnTo>
                  <a:cubicBezTo>
                    <a:pt x="1022350" y="1992630"/>
                    <a:pt x="1026160" y="1995170"/>
                    <a:pt x="1028700" y="1995170"/>
                  </a:cubicBezTo>
                  <a:cubicBezTo>
                    <a:pt x="1036320" y="1991360"/>
                    <a:pt x="1043940" y="1987550"/>
                    <a:pt x="1050290" y="1982470"/>
                  </a:cubicBezTo>
                  <a:cubicBezTo>
                    <a:pt x="1057910" y="1977390"/>
                    <a:pt x="1064260" y="1971040"/>
                    <a:pt x="1070610" y="1965960"/>
                  </a:cubicBezTo>
                  <a:cubicBezTo>
                    <a:pt x="1071880" y="1965960"/>
                    <a:pt x="1071880" y="1964690"/>
                    <a:pt x="1073150" y="1964690"/>
                  </a:cubicBezTo>
                  <a:cubicBezTo>
                    <a:pt x="1082040" y="1962150"/>
                    <a:pt x="1089660" y="1960880"/>
                    <a:pt x="1098550" y="1958340"/>
                  </a:cubicBezTo>
                  <a:cubicBezTo>
                    <a:pt x="1103630" y="1957070"/>
                    <a:pt x="1107440" y="1954530"/>
                    <a:pt x="1112520" y="1953260"/>
                  </a:cubicBezTo>
                  <a:cubicBezTo>
                    <a:pt x="1116330" y="1951990"/>
                    <a:pt x="1118870" y="1951990"/>
                    <a:pt x="1122680" y="1950720"/>
                  </a:cubicBezTo>
                  <a:lnTo>
                    <a:pt x="1135380" y="1950720"/>
                  </a:lnTo>
                  <a:cubicBezTo>
                    <a:pt x="1137920" y="1950720"/>
                    <a:pt x="1141730" y="1950720"/>
                    <a:pt x="1144270" y="1949450"/>
                  </a:cubicBezTo>
                  <a:cubicBezTo>
                    <a:pt x="1145540" y="1946910"/>
                    <a:pt x="1148080" y="1943100"/>
                    <a:pt x="1149350" y="1943100"/>
                  </a:cubicBezTo>
                  <a:cubicBezTo>
                    <a:pt x="1153160" y="1943100"/>
                    <a:pt x="1155700" y="1945640"/>
                    <a:pt x="1159510" y="1946910"/>
                  </a:cubicBezTo>
                  <a:cubicBezTo>
                    <a:pt x="1160780" y="1946910"/>
                    <a:pt x="1160780" y="1948180"/>
                    <a:pt x="1160780" y="1949450"/>
                  </a:cubicBezTo>
                  <a:cubicBezTo>
                    <a:pt x="1165860" y="1954530"/>
                    <a:pt x="1169670" y="1960880"/>
                    <a:pt x="1174750" y="1965960"/>
                  </a:cubicBezTo>
                  <a:cubicBezTo>
                    <a:pt x="1181100" y="1972310"/>
                    <a:pt x="1187450" y="1972310"/>
                    <a:pt x="1191260" y="1968500"/>
                  </a:cubicBezTo>
                  <a:cubicBezTo>
                    <a:pt x="1197610" y="1963420"/>
                    <a:pt x="1202690" y="1959610"/>
                    <a:pt x="1211580" y="1962150"/>
                  </a:cubicBezTo>
                  <a:cubicBezTo>
                    <a:pt x="1212850" y="1962150"/>
                    <a:pt x="1215390" y="1963420"/>
                    <a:pt x="1216660" y="1962150"/>
                  </a:cubicBezTo>
                  <a:cubicBezTo>
                    <a:pt x="1223010" y="1959610"/>
                    <a:pt x="1230630" y="1957070"/>
                    <a:pt x="1236980" y="1953260"/>
                  </a:cubicBezTo>
                  <a:cubicBezTo>
                    <a:pt x="1240790" y="1951990"/>
                    <a:pt x="1245870" y="1951990"/>
                    <a:pt x="1247140" y="1949450"/>
                  </a:cubicBezTo>
                  <a:cubicBezTo>
                    <a:pt x="1250950" y="1941830"/>
                    <a:pt x="1257300" y="1938020"/>
                    <a:pt x="1263650" y="1932940"/>
                  </a:cubicBezTo>
                  <a:cubicBezTo>
                    <a:pt x="1267460" y="1929130"/>
                    <a:pt x="1271270" y="1924050"/>
                    <a:pt x="1275080" y="1922780"/>
                  </a:cubicBezTo>
                  <a:cubicBezTo>
                    <a:pt x="1283970" y="1920240"/>
                    <a:pt x="1290320" y="1912620"/>
                    <a:pt x="1297940" y="1907540"/>
                  </a:cubicBezTo>
                  <a:cubicBezTo>
                    <a:pt x="1304290" y="1903730"/>
                    <a:pt x="1308100" y="1896110"/>
                    <a:pt x="1314450" y="1894840"/>
                  </a:cubicBezTo>
                  <a:cubicBezTo>
                    <a:pt x="1324610" y="1892300"/>
                    <a:pt x="1332230" y="1885950"/>
                    <a:pt x="1341120" y="1879600"/>
                  </a:cubicBezTo>
                  <a:cubicBezTo>
                    <a:pt x="1346200" y="1875790"/>
                    <a:pt x="1352550" y="1873250"/>
                    <a:pt x="1358900" y="1874520"/>
                  </a:cubicBezTo>
                  <a:cubicBezTo>
                    <a:pt x="1362710" y="1875790"/>
                    <a:pt x="1367790" y="1874520"/>
                    <a:pt x="1370330" y="1873250"/>
                  </a:cubicBezTo>
                  <a:cubicBezTo>
                    <a:pt x="1375410" y="1870710"/>
                    <a:pt x="1380490" y="1866900"/>
                    <a:pt x="1385570" y="1864360"/>
                  </a:cubicBezTo>
                  <a:cubicBezTo>
                    <a:pt x="1389380" y="1861820"/>
                    <a:pt x="1393190" y="1859280"/>
                    <a:pt x="1397000" y="1859280"/>
                  </a:cubicBezTo>
                  <a:cubicBezTo>
                    <a:pt x="1409700" y="1858010"/>
                    <a:pt x="1419860" y="1855470"/>
                    <a:pt x="1426210" y="1842770"/>
                  </a:cubicBezTo>
                  <a:cubicBezTo>
                    <a:pt x="1428750" y="1837690"/>
                    <a:pt x="1441450" y="1831340"/>
                    <a:pt x="1446530" y="1833880"/>
                  </a:cubicBezTo>
                  <a:cubicBezTo>
                    <a:pt x="1455420" y="1837690"/>
                    <a:pt x="1461770" y="1835150"/>
                    <a:pt x="1466850" y="1827530"/>
                  </a:cubicBezTo>
                  <a:cubicBezTo>
                    <a:pt x="1470660" y="1823720"/>
                    <a:pt x="1475740" y="1824990"/>
                    <a:pt x="1479550" y="1827530"/>
                  </a:cubicBezTo>
                  <a:cubicBezTo>
                    <a:pt x="1482090" y="1830070"/>
                    <a:pt x="1484630" y="1831340"/>
                    <a:pt x="1487170" y="1831340"/>
                  </a:cubicBezTo>
                  <a:cubicBezTo>
                    <a:pt x="1496060" y="1832610"/>
                    <a:pt x="1506220" y="1831340"/>
                    <a:pt x="1515110" y="1832610"/>
                  </a:cubicBezTo>
                  <a:cubicBezTo>
                    <a:pt x="1522730" y="1833880"/>
                    <a:pt x="1530350" y="1831340"/>
                    <a:pt x="1535430" y="1826260"/>
                  </a:cubicBezTo>
                  <a:cubicBezTo>
                    <a:pt x="1540510" y="1821180"/>
                    <a:pt x="1544320" y="1821180"/>
                    <a:pt x="1551940" y="1823720"/>
                  </a:cubicBezTo>
                  <a:cubicBezTo>
                    <a:pt x="1558290" y="1826260"/>
                    <a:pt x="1563370" y="1832610"/>
                    <a:pt x="1572260" y="1831340"/>
                  </a:cubicBezTo>
                  <a:cubicBezTo>
                    <a:pt x="1579880" y="1830070"/>
                    <a:pt x="1588770" y="1833880"/>
                    <a:pt x="1597660" y="1830070"/>
                  </a:cubicBezTo>
                  <a:lnTo>
                    <a:pt x="1602740" y="1830070"/>
                  </a:lnTo>
                  <a:cubicBezTo>
                    <a:pt x="1610360" y="1832610"/>
                    <a:pt x="1617980" y="1833880"/>
                    <a:pt x="1624330" y="1840230"/>
                  </a:cubicBezTo>
                  <a:cubicBezTo>
                    <a:pt x="1631950" y="1846580"/>
                    <a:pt x="1633220" y="1799590"/>
                    <a:pt x="1640840" y="1804670"/>
                  </a:cubicBezTo>
                  <a:cubicBezTo>
                    <a:pt x="1652270" y="1812290"/>
                    <a:pt x="1649730" y="1804670"/>
                    <a:pt x="1661160" y="1811020"/>
                  </a:cubicBezTo>
                  <a:cubicBezTo>
                    <a:pt x="1670050" y="1814830"/>
                    <a:pt x="1666240" y="1800860"/>
                    <a:pt x="1676400" y="1803400"/>
                  </a:cubicBezTo>
                  <a:cubicBezTo>
                    <a:pt x="1677670" y="1803400"/>
                    <a:pt x="1692910" y="1813560"/>
                    <a:pt x="1692910" y="1812290"/>
                  </a:cubicBezTo>
                  <a:cubicBezTo>
                    <a:pt x="1699260" y="1808480"/>
                    <a:pt x="1705610" y="1770380"/>
                    <a:pt x="1711960" y="1771650"/>
                  </a:cubicBezTo>
                  <a:cubicBezTo>
                    <a:pt x="1724660" y="1775460"/>
                    <a:pt x="1736090" y="1772920"/>
                    <a:pt x="1747520" y="1767840"/>
                  </a:cubicBezTo>
                  <a:cubicBezTo>
                    <a:pt x="1753870" y="1765300"/>
                    <a:pt x="1764030" y="1756410"/>
                    <a:pt x="1769110" y="1760220"/>
                  </a:cubicBezTo>
                  <a:cubicBezTo>
                    <a:pt x="1778000" y="1766570"/>
                    <a:pt x="1786890" y="1769110"/>
                    <a:pt x="1797050" y="1770380"/>
                  </a:cubicBezTo>
                  <a:cubicBezTo>
                    <a:pt x="1798320" y="1770380"/>
                    <a:pt x="1799590" y="1771650"/>
                    <a:pt x="1800860" y="1772920"/>
                  </a:cubicBezTo>
                  <a:cubicBezTo>
                    <a:pt x="1804670" y="1778000"/>
                    <a:pt x="1822450" y="1764030"/>
                    <a:pt x="1826260" y="1769110"/>
                  </a:cubicBezTo>
                  <a:cubicBezTo>
                    <a:pt x="1831340" y="1776730"/>
                    <a:pt x="1836420" y="1784350"/>
                    <a:pt x="1841500" y="1790700"/>
                  </a:cubicBezTo>
                  <a:cubicBezTo>
                    <a:pt x="1844040" y="1793240"/>
                    <a:pt x="1847850" y="1794510"/>
                    <a:pt x="1849120" y="1797050"/>
                  </a:cubicBezTo>
                  <a:cubicBezTo>
                    <a:pt x="1850390" y="1803400"/>
                    <a:pt x="1852930" y="1805940"/>
                    <a:pt x="1859280" y="1805940"/>
                  </a:cubicBezTo>
                  <a:cubicBezTo>
                    <a:pt x="1863090" y="1805940"/>
                    <a:pt x="1866900" y="1807210"/>
                    <a:pt x="1869440" y="1809750"/>
                  </a:cubicBezTo>
                  <a:cubicBezTo>
                    <a:pt x="1875790" y="1813560"/>
                    <a:pt x="1880870" y="1817370"/>
                    <a:pt x="1885950" y="1821180"/>
                  </a:cubicBezTo>
                  <a:cubicBezTo>
                    <a:pt x="1892300" y="1824990"/>
                    <a:pt x="1898650" y="1828800"/>
                    <a:pt x="1901190" y="1835150"/>
                  </a:cubicBezTo>
                  <a:cubicBezTo>
                    <a:pt x="1902460" y="1837690"/>
                    <a:pt x="1903730" y="1838960"/>
                    <a:pt x="1905000" y="1840230"/>
                  </a:cubicBezTo>
                  <a:cubicBezTo>
                    <a:pt x="1910080" y="1845310"/>
                    <a:pt x="1915160" y="1849120"/>
                    <a:pt x="1920240" y="1854200"/>
                  </a:cubicBezTo>
                  <a:cubicBezTo>
                    <a:pt x="1927860" y="1860550"/>
                    <a:pt x="1934210" y="1868170"/>
                    <a:pt x="1941830" y="1874520"/>
                  </a:cubicBezTo>
                  <a:cubicBezTo>
                    <a:pt x="1944370" y="1875790"/>
                    <a:pt x="1946910" y="1878330"/>
                    <a:pt x="1949450" y="1879600"/>
                  </a:cubicBezTo>
                  <a:cubicBezTo>
                    <a:pt x="1954530" y="1882140"/>
                    <a:pt x="1959610" y="1884680"/>
                    <a:pt x="1963420" y="1888490"/>
                  </a:cubicBezTo>
                  <a:cubicBezTo>
                    <a:pt x="1967230" y="1892300"/>
                    <a:pt x="1985010" y="1869440"/>
                    <a:pt x="1987550" y="1874520"/>
                  </a:cubicBezTo>
                  <a:cubicBezTo>
                    <a:pt x="1987550" y="1875790"/>
                    <a:pt x="1988820" y="1875790"/>
                    <a:pt x="1990090" y="1875790"/>
                  </a:cubicBezTo>
                  <a:cubicBezTo>
                    <a:pt x="1997710" y="1882140"/>
                    <a:pt x="2005330" y="1879600"/>
                    <a:pt x="2012950" y="1877060"/>
                  </a:cubicBezTo>
                  <a:cubicBezTo>
                    <a:pt x="2015490" y="1875790"/>
                    <a:pt x="2018030" y="1874520"/>
                    <a:pt x="2019300" y="1875790"/>
                  </a:cubicBezTo>
                  <a:cubicBezTo>
                    <a:pt x="2028190" y="1879600"/>
                    <a:pt x="2034540" y="1888490"/>
                    <a:pt x="2045970" y="1889760"/>
                  </a:cubicBezTo>
                  <a:cubicBezTo>
                    <a:pt x="2045970" y="1889760"/>
                    <a:pt x="2047240" y="1889760"/>
                    <a:pt x="2047240" y="1891030"/>
                  </a:cubicBezTo>
                  <a:cubicBezTo>
                    <a:pt x="2049780" y="1898650"/>
                    <a:pt x="2057400" y="1898650"/>
                    <a:pt x="2063750" y="1899920"/>
                  </a:cubicBezTo>
                  <a:cubicBezTo>
                    <a:pt x="2067560" y="1899920"/>
                    <a:pt x="2071370" y="1901190"/>
                    <a:pt x="2073910" y="1902460"/>
                  </a:cubicBezTo>
                  <a:cubicBezTo>
                    <a:pt x="2081530" y="1906270"/>
                    <a:pt x="2089150" y="1911350"/>
                    <a:pt x="2098040" y="1913890"/>
                  </a:cubicBezTo>
                  <a:cubicBezTo>
                    <a:pt x="2109470" y="1917700"/>
                    <a:pt x="2120900" y="1920240"/>
                    <a:pt x="2129790" y="1926590"/>
                  </a:cubicBezTo>
                  <a:cubicBezTo>
                    <a:pt x="2131060" y="1926590"/>
                    <a:pt x="2132330" y="1926590"/>
                    <a:pt x="2132330" y="1927860"/>
                  </a:cubicBezTo>
                  <a:cubicBezTo>
                    <a:pt x="2136140" y="1930400"/>
                    <a:pt x="2142490" y="1931670"/>
                    <a:pt x="2145030" y="1935480"/>
                  </a:cubicBezTo>
                  <a:cubicBezTo>
                    <a:pt x="2148840" y="1943100"/>
                    <a:pt x="2159000" y="1941830"/>
                    <a:pt x="2164080" y="1948180"/>
                  </a:cubicBezTo>
                  <a:lnTo>
                    <a:pt x="2165350" y="1948180"/>
                  </a:lnTo>
                  <a:cubicBezTo>
                    <a:pt x="2170430" y="1948180"/>
                    <a:pt x="2175510" y="1949450"/>
                    <a:pt x="2181860" y="1949450"/>
                  </a:cubicBezTo>
                  <a:cubicBezTo>
                    <a:pt x="2184400" y="1948180"/>
                    <a:pt x="2188210" y="1945640"/>
                    <a:pt x="2190750" y="1945640"/>
                  </a:cubicBezTo>
                  <a:cubicBezTo>
                    <a:pt x="2202180" y="1949450"/>
                    <a:pt x="2213610" y="1949450"/>
                    <a:pt x="2221230" y="1939290"/>
                  </a:cubicBezTo>
                  <a:cubicBezTo>
                    <a:pt x="2222500" y="1938020"/>
                    <a:pt x="2225040" y="1938020"/>
                    <a:pt x="2227580" y="1938020"/>
                  </a:cubicBezTo>
                  <a:lnTo>
                    <a:pt x="2237740" y="1938020"/>
                  </a:lnTo>
                  <a:cubicBezTo>
                    <a:pt x="2249170" y="1935480"/>
                    <a:pt x="2259330" y="1932940"/>
                    <a:pt x="2270760" y="1931670"/>
                  </a:cubicBezTo>
                  <a:cubicBezTo>
                    <a:pt x="2275840" y="1930400"/>
                    <a:pt x="2282190" y="1932940"/>
                    <a:pt x="2287270" y="1934210"/>
                  </a:cubicBezTo>
                  <a:cubicBezTo>
                    <a:pt x="2292350" y="1935480"/>
                    <a:pt x="2297430" y="1935480"/>
                    <a:pt x="2302510" y="1935480"/>
                  </a:cubicBezTo>
                  <a:cubicBezTo>
                    <a:pt x="2308860" y="1935480"/>
                    <a:pt x="2313940" y="1932940"/>
                    <a:pt x="2320290" y="1932940"/>
                  </a:cubicBezTo>
                  <a:cubicBezTo>
                    <a:pt x="2325370" y="1931670"/>
                    <a:pt x="2331720" y="1931670"/>
                    <a:pt x="2336800" y="1930400"/>
                  </a:cubicBezTo>
                  <a:cubicBezTo>
                    <a:pt x="2348230" y="1927860"/>
                    <a:pt x="2358390" y="1925320"/>
                    <a:pt x="2369820" y="1924050"/>
                  </a:cubicBezTo>
                  <a:cubicBezTo>
                    <a:pt x="2377440" y="1880870"/>
                    <a:pt x="2376170" y="1830070"/>
                    <a:pt x="2376170" y="1778000"/>
                  </a:cubicBezTo>
                  <a:close/>
                </a:path>
              </a:pathLst>
            </a:custGeom>
            <a:blipFill>
              <a:blip r:embed="rId6"/>
              <a:stretch>
                <a:fillRect l="-6452" r="-645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15401" y="5360008"/>
            <a:ext cx="5178168" cy="4386213"/>
            <a:chOff x="0" y="0"/>
            <a:chExt cx="2374900" cy="2011680"/>
          </a:xfrm>
        </p:grpSpPr>
        <p:sp>
          <p:nvSpPr>
            <p:cNvPr id="10" name="Freeform 10"/>
            <p:cNvSpPr/>
            <p:nvPr/>
          </p:nvSpPr>
          <p:spPr>
            <a:xfrm>
              <a:off x="-2540" y="-2540"/>
              <a:ext cx="2377440" cy="2009140"/>
            </a:xfrm>
            <a:custGeom>
              <a:avLst/>
              <a:gdLst/>
              <a:ahLst/>
              <a:cxnLst/>
              <a:rect l="l" t="t" r="r" b="b"/>
              <a:pathLst>
                <a:path w="2377440" h="2009140">
                  <a:moveTo>
                    <a:pt x="2376170" y="1778000"/>
                  </a:moveTo>
                  <a:cubicBezTo>
                    <a:pt x="2374900" y="1276350"/>
                    <a:pt x="2359660" y="598170"/>
                    <a:pt x="2359660" y="97790"/>
                  </a:cubicBezTo>
                  <a:cubicBezTo>
                    <a:pt x="2359660" y="90170"/>
                    <a:pt x="2360930" y="82550"/>
                    <a:pt x="2360930" y="76200"/>
                  </a:cubicBezTo>
                  <a:cubicBezTo>
                    <a:pt x="2359660" y="74930"/>
                    <a:pt x="2358390" y="74930"/>
                    <a:pt x="2357120" y="73660"/>
                  </a:cubicBezTo>
                  <a:cubicBezTo>
                    <a:pt x="2357120" y="73660"/>
                    <a:pt x="2355850" y="74930"/>
                    <a:pt x="2355850" y="76200"/>
                  </a:cubicBezTo>
                  <a:cubicBezTo>
                    <a:pt x="2353310" y="82550"/>
                    <a:pt x="2348230" y="82550"/>
                    <a:pt x="2343150" y="82550"/>
                  </a:cubicBezTo>
                  <a:cubicBezTo>
                    <a:pt x="2336800" y="81280"/>
                    <a:pt x="2330450" y="74930"/>
                    <a:pt x="2322830" y="77470"/>
                  </a:cubicBezTo>
                  <a:cubicBezTo>
                    <a:pt x="2320290" y="78740"/>
                    <a:pt x="2315210" y="76200"/>
                    <a:pt x="2313940" y="73660"/>
                  </a:cubicBezTo>
                  <a:cubicBezTo>
                    <a:pt x="2310130" y="68580"/>
                    <a:pt x="2305050" y="68580"/>
                    <a:pt x="2299970" y="71120"/>
                  </a:cubicBezTo>
                  <a:cubicBezTo>
                    <a:pt x="2297430" y="72390"/>
                    <a:pt x="2294890" y="71120"/>
                    <a:pt x="2292350" y="71120"/>
                  </a:cubicBezTo>
                  <a:cubicBezTo>
                    <a:pt x="2288540" y="71120"/>
                    <a:pt x="2283460" y="69850"/>
                    <a:pt x="2279650" y="68580"/>
                  </a:cubicBezTo>
                  <a:cubicBezTo>
                    <a:pt x="2278380" y="68580"/>
                    <a:pt x="2275840" y="67310"/>
                    <a:pt x="2274570" y="67310"/>
                  </a:cubicBezTo>
                  <a:cubicBezTo>
                    <a:pt x="2270760" y="66040"/>
                    <a:pt x="2266950" y="62230"/>
                    <a:pt x="2263140" y="67310"/>
                  </a:cubicBezTo>
                  <a:cubicBezTo>
                    <a:pt x="2263140" y="67310"/>
                    <a:pt x="2260600" y="67310"/>
                    <a:pt x="2259330" y="66040"/>
                  </a:cubicBezTo>
                  <a:cubicBezTo>
                    <a:pt x="2258060" y="63500"/>
                    <a:pt x="2256790" y="59690"/>
                    <a:pt x="2255520" y="57150"/>
                  </a:cubicBezTo>
                  <a:cubicBezTo>
                    <a:pt x="2252980" y="53340"/>
                    <a:pt x="2252980" y="46990"/>
                    <a:pt x="2249170" y="44450"/>
                  </a:cubicBezTo>
                  <a:cubicBezTo>
                    <a:pt x="2246630" y="43180"/>
                    <a:pt x="2245360" y="41910"/>
                    <a:pt x="2244090" y="39370"/>
                  </a:cubicBezTo>
                  <a:cubicBezTo>
                    <a:pt x="2244090" y="38100"/>
                    <a:pt x="2241550" y="36830"/>
                    <a:pt x="2241550" y="35560"/>
                  </a:cubicBezTo>
                  <a:lnTo>
                    <a:pt x="2237740" y="31750"/>
                  </a:lnTo>
                  <a:cubicBezTo>
                    <a:pt x="2236470" y="29210"/>
                    <a:pt x="2235200" y="25400"/>
                    <a:pt x="2232660" y="24130"/>
                  </a:cubicBezTo>
                  <a:cubicBezTo>
                    <a:pt x="2227580" y="20320"/>
                    <a:pt x="2226310" y="15240"/>
                    <a:pt x="2228850" y="8890"/>
                  </a:cubicBezTo>
                  <a:cubicBezTo>
                    <a:pt x="2225040" y="7620"/>
                    <a:pt x="2222500" y="5080"/>
                    <a:pt x="2218690" y="5080"/>
                  </a:cubicBezTo>
                  <a:cubicBezTo>
                    <a:pt x="2203450" y="6350"/>
                    <a:pt x="2186940" y="8890"/>
                    <a:pt x="2171700" y="10160"/>
                  </a:cubicBezTo>
                  <a:cubicBezTo>
                    <a:pt x="2169160" y="10160"/>
                    <a:pt x="2165350" y="11430"/>
                    <a:pt x="2164080" y="12700"/>
                  </a:cubicBezTo>
                  <a:cubicBezTo>
                    <a:pt x="2153920" y="19050"/>
                    <a:pt x="2143760" y="13970"/>
                    <a:pt x="2133600" y="12700"/>
                  </a:cubicBezTo>
                  <a:cubicBezTo>
                    <a:pt x="2125980" y="12700"/>
                    <a:pt x="2118360" y="8890"/>
                    <a:pt x="2110740" y="7620"/>
                  </a:cubicBezTo>
                  <a:cubicBezTo>
                    <a:pt x="2101850" y="6350"/>
                    <a:pt x="2094230" y="7620"/>
                    <a:pt x="2085340" y="6350"/>
                  </a:cubicBezTo>
                  <a:cubicBezTo>
                    <a:pt x="2084070" y="6350"/>
                    <a:pt x="2082800" y="5080"/>
                    <a:pt x="2081530" y="3810"/>
                  </a:cubicBezTo>
                  <a:cubicBezTo>
                    <a:pt x="2078990" y="0"/>
                    <a:pt x="2073910" y="1270"/>
                    <a:pt x="2071370" y="2540"/>
                  </a:cubicBezTo>
                  <a:cubicBezTo>
                    <a:pt x="2067560" y="5080"/>
                    <a:pt x="2066290" y="8890"/>
                    <a:pt x="2063750" y="12700"/>
                  </a:cubicBezTo>
                  <a:cubicBezTo>
                    <a:pt x="2057400" y="13970"/>
                    <a:pt x="2048510" y="15240"/>
                    <a:pt x="2042160" y="19050"/>
                  </a:cubicBezTo>
                  <a:cubicBezTo>
                    <a:pt x="2037080" y="21590"/>
                    <a:pt x="2034540" y="22860"/>
                    <a:pt x="2030730" y="20320"/>
                  </a:cubicBezTo>
                  <a:lnTo>
                    <a:pt x="2029460" y="21590"/>
                  </a:lnTo>
                  <a:cubicBezTo>
                    <a:pt x="2032000" y="24130"/>
                    <a:pt x="2033270" y="27940"/>
                    <a:pt x="2035810" y="30480"/>
                  </a:cubicBezTo>
                  <a:cubicBezTo>
                    <a:pt x="2032000" y="31750"/>
                    <a:pt x="2026920" y="34290"/>
                    <a:pt x="2024380" y="33020"/>
                  </a:cubicBezTo>
                  <a:cubicBezTo>
                    <a:pt x="2018030" y="31750"/>
                    <a:pt x="2015490" y="34290"/>
                    <a:pt x="2010410" y="36830"/>
                  </a:cubicBezTo>
                  <a:cubicBezTo>
                    <a:pt x="2005330" y="40640"/>
                    <a:pt x="1998980" y="43180"/>
                    <a:pt x="1993900" y="45720"/>
                  </a:cubicBezTo>
                  <a:cubicBezTo>
                    <a:pt x="1992630" y="45720"/>
                    <a:pt x="1991360" y="45720"/>
                    <a:pt x="1990090" y="44450"/>
                  </a:cubicBezTo>
                  <a:cubicBezTo>
                    <a:pt x="1988820" y="44450"/>
                    <a:pt x="1987550" y="43180"/>
                    <a:pt x="1987550" y="43180"/>
                  </a:cubicBezTo>
                  <a:cubicBezTo>
                    <a:pt x="1981200" y="45720"/>
                    <a:pt x="1974850" y="48260"/>
                    <a:pt x="1968500" y="45720"/>
                  </a:cubicBezTo>
                  <a:cubicBezTo>
                    <a:pt x="1967230" y="45720"/>
                    <a:pt x="1967230" y="46990"/>
                    <a:pt x="1965960" y="46990"/>
                  </a:cubicBezTo>
                  <a:cubicBezTo>
                    <a:pt x="1958340" y="49530"/>
                    <a:pt x="1953260" y="58420"/>
                    <a:pt x="1943100" y="58420"/>
                  </a:cubicBezTo>
                  <a:cubicBezTo>
                    <a:pt x="1935480" y="58420"/>
                    <a:pt x="1927860" y="64770"/>
                    <a:pt x="1920240" y="64770"/>
                  </a:cubicBezTo>
                  <a:cubicBezTo>
                    <a:pt x="1911350" y="66040"/>
                    <a:pt x="1903730" y="68580"/>
                    <a:pt x="1896110" y="72390"/>
                  </a:cubicBezTo>
                  <a:cubicBezTo>
                    <a:pt x="1893570" y="73660"/>
                    <a:pt x="1891030" y="73660"/>
                    <a:pt x="1889760" y="73660"/>
                  </a:cubicBezTo>
                  <a:cubicBezTo>
                    <a:pt x="1883410" y="71120"/>
                    <a:pt x="1879600" y="74930"/>
                    <a:pt x="1877060" y="78740"/>
                  </a:cubicBezTo>
                  <a:cubicBezTo>
                    <a:pt x="1870710" y="87630"/>
                    <a:pt x="1860550" y="90170"/>
                    <a:pt x="1851660" y="92710"/>
                  </a:cubicBezTo>
                  <a:cubicBezTo>
                    <a:pt x="1840230" y="95250"/>
                    <a:pt x="1828800" y="96520"/>
                    <a:pt x="1817370" y="97790"/>
                  </a:cubicBezTo>
                  <a:cubicBezTo>
                    <a:pt x="1816100" y="97790"/>
                    <a:pt x="1814830" y="101600"/>
                    <a:pt x="1812290" y="102870"/>
                  </a:cubicBezTo>
                  <a:cubicBezTo>
                    <a:pt x="1811020" y="102870"/>
                    <a:pt x="1809750" y="101600"/>
                    <a:pt x="1809750" y="101600"/>
                  </a:cubicBezTo>
                  <a:cubicBezTo>
                    <a:pt x="1803400" y="109220"/>
                    <a:pt x="1799590" y="120650"/>
                    <a:pt x="1786890" y="119380"/>
                  </a:cubicBezTo>
                  <a:lnTo>
                    <a:pt x="1785620" y="119380"/>
                  </a:lnTo>
                  <a:cubicBezTo>
                    <a:pt x="1775460" y="125730"/>
                    <a:pt x="1765300" y="123190"/>
                    <a:pt x="1756410" y="120650"/>
                  </a:cubicBezTo>
                  <a:cubicBezTo>
                    <a:pt x="1753870" y="120650"/>
                    <a:pt x="1750060" y="118110"/>
                    <a:pt x="1748790" y="115570"/>
                  </a:cubicBezTo>
                  <a:cubicBezTo>
                    <a:pt x="1744980" y="107950"/>
                    <a:pt x="1734820" y="105410"/>
                    <a:pt x="1727200" y="107950"/>
                  </a:cubicBezTo>
                  <a:cubicBezTo>
                    <a:pt x="1720850" y="110490"/>
                    <a:pt x="1714500" y="111760"/>
                    <a:pt x="1708150" y="114300"/>
                  </a:cubicBezTo>
                  <a:cubicBezTo>
                    <a:pt x="1697990" y="116840"/>
                    <a:pt x="1689100" y="118110"/>
                    <a:pt x="1678940" y="113030"/>
                  </a:cubicBezTo>
                  <a:cubicBezTo>
                    <a:pt x="1668780" y="107950"/>
                    <a:pt x="1661160" y="111760"/>
                    <a:pt x="1656080" y="123190"/>
                  </a:cubicBezTo>
                  <a:cubicBezTo>
                    <a:pt x="1652270" y="130810"/>
                    <a:pt x="1642110" y="132080"/>
                    <a:pt x="1635760" y="125730"/>
                  </a:cubicBezTo>
                  <a:cubicBezTo>
                    <a:pt x="1631950" y="121920"/>
                    <a:pt x="1629410" y="123190"/>
                    <a:pt x="1625600" y="125730"/>
                  </a:cubicBezTo>
                  <a:lnTo>
                    <a:pt x="1617980" y="133350"/>
                  </a:lnTo>
                  <a:cubicBezTo>
                    <a:pt x="1616710" y="134620"/>
                    <a:pt x="1614170" y="134620"/>
                    <a:pt x="1612900" y="134620"/>
                  </a:cubicBezTo>
                  <a:lnTo>
                    <a:pt x="1605280" y="134620"/>
                  </a:lnTo>
                  <a:cubicBezTo>
                    <a:pt x="1600200" y="134620"/>
                    <a:pt x="1595120" y="133350"/>
                    <a:pt x="1590040" y="132080"/>
                  </a:cubicBezTo>
                  <a:cubicBezTo>
                    <a:pt x="1583690" y="130810"/>
                    <a:pt x="1578610" y="127000"/>
                    <a:pt x="1572260" y="125730"/>
                  </a:cubicBezTo>
                  <a:cubicBezTo>
                    <a:pt x="1562100" y="124460"/>
                    <a:pt x="1559560" y="115570"/>
                    <a:pt x="1555750" y="109220"/>
                  </a:cubicBezTo>
                  <a:cubicBezTo>
                    <a:pt x="1553210" y="105410"/>
                    <a:pt x="1548130" y="100330"/>
                    <a:pt x="1543050" y="101600"/>
                  </a:cubicBezTo>
                  <a:cubicBezTo>
                    <a:pt x="1537970" y="104140"/>
                    <a:pt x="1532890" y="101600"/>
                    <a:pt x="1529080" y="100330"/>
                  </a:cubicBezTo>
                  <a:cubicBezTo>
                    <a:pt x="1527810" y="100330"/>
                    <a:pt x="1525270" y="99060"/>
                    <a:pt x="1524000" y="99060"/>
                  </a:cubicBezTo>
                  <a:cubicBezTo>
                    <a:pt x="1515110" y="96520"/>
                    <a:pt x="1508760" y="101600"/>
                    <a:pt x="1502410" y="107950"/>
                  </a:cubicBezTo>
                  <a:lnTo>
                    <a:pt x="1497330" y="113030"/>
                  </a:lnTo>
                  <a:cubicBezTo>
                    <a:pt x="1496060" y="114300"/>
                    <a:pt x="1496060" y="116840"/>
                    <a:pt x="1494790" y="118110"/>
                  </a:cubicBezTo>
                  <a:cubicBezTo>
                    <a:pt x="1487170" y="124460"/>
                    <a:pt x="1479550" y="121920"/>
                    <a:pt x="1470660" y="118110"/>
                  </a:cubicBezTo>
                  <a:cubicBezTo>
                    <a:pt x="1463040" y="114300"/>
                    <a:pt x="1454150" y="118110"/>
                    <a:pt x="1451610" y="125730"/>
                  </a:cubicBezTo>
                  <a:cubicBezTo>
                    <a:pt x="1450340" y="130810"/>
                    <a:pt x="1449070" y="134620"/>
                    <a:pt x="1442720" y="137160"/>
                  </a:cubicBezTo>
                  <a:cubicBezTo>
                    <a:pt x="1436370" y="140970"/>
                    <a:pt x="1428750" y="143510"/>
                    <a:pt x="1427480" y="152400"/>
                  </a:cubicBezTo>
                  <a:cubicBezTo>
                    <a:pt x="1427480" y="153670"/>
                    <a:pt x="1426210" y="154940"/>
                    <a:pt x="1424940" y="154940"/>
                  </a:cubicBezTo>
                  <a:cubicBezTo>
                    <a:pt x="1421130" y="156210"/>
                    <a:pt x="1418590" y="157480"/>
                    <a:pt x="1414780" y="158750"/>
                  </a:cubicBezTo>
                  <a:lnTo>
                    <a:pt x="1403350" y="158750"/>
                  </a:lnTo>
                  <a:cubicBezTo>
                    <a:pt x="1395730" y="157480"/>
                    <a:pt x="1388110" y="154940"/>
                    <a:pt x="1380490" y="153670"/>
                  </a:cubicBezTo>
                  <a:cubicBezTo>
                    <a:pt x="1371600" y="152400"/>
                    <a:pt x="1363980" y="157480"/>
                    <a:pt x="1355090" y="158750"/>
                  </a:cubicBezTo>
                  <a:lnTo>
                    <a:pt x="1353820" y="160020"/>
                  </a:lnTo>
                  <a:cubicBezTo>
                    <a:pt x="1351280" y="163830"/>
                    <a:pt x="1347470" y="162560"/>
                    <a:pt x="1344930" y="160020"/>
                  </a:cubicBezTo>
                  <a:cubicBezTo>
                    <a:pt x="1339850" y="154940"/>
                    <a:pt x="1330960" y="153670"/>
                    <a:pt x="1324610" y="156210"/>
                  </a:cubicBezTo>
                  <a:cubicBezTo>
                    <a:pt x="1316990" y="160020"/>
                    <a:pt x="1309370" y="162560"/>
                    <a:pt x="1301750" y="165100"/>
                  </a:cubicBezTo>
                  <a:cubicBezTo>
                    <a:pt x="1299210" y="165100"/>
                    <a:pt x="1296670" y="163830"/>
                    <a:pt x="1295400" y="163830"/>
                  </a:cubicBezTo>
                  <a:cubicBezTo>
                    <a:pt x="1292860" y="163830"/>
                    <a:pt x="1289050" y="162560"/>
                    <a:pt x="1287780" y="163830"/>
                  </a:cubicBezTo>
                  <a:cubicBezTo>
                    <a:pt x="1277620" y="171450"/>
                    <a:pt x="1267460" y="168910"/>
                    <a:pt x="1258570" y="163830"/>
                  </a:cubicBezTo>
                  <a:cubicBezTo>
                    <a:pt x="1253490" y="161290"/>
                    <a:pt x="1245870" y="158750"/>
                    <a:pt x="1243330" y="151130"/>
                  </a:cubicBezTo>
                  <a:cubicBezTo>
                    <a:pt x="1242060" y="146050"/>
                    <a:pt x="1236980" y="140970"/>
                    <a:pt x="1233170" y="137160"/>
                  </a:cubicBezTo>
                  <a:cubicBezTo>
                    <a:pt x="1226820" y="130810"/>
                    <a:pt x="1220470" y="121920"/>
                    <a:pt x="1209040" y="121920"/>
                  </a:cubicBezTo>
                  <a:cubicBezTo>
                    <a:pt x="1206500" y="121920"/>
                    <a:pt x="1203960" y="116840"/>
                    <a:pt x="1202690" y="118110"/>
                  </a:cubicBezTo>
                  <a:cubicBezTo>
                    <a:pt x="1197610" y="119380"/>
                    <a:pt x="1197610" y="116840"/>
                    <a:pt x="1195070" y="114300"/>
                  </a:cubicBezTo>
                  <a:cubicBezTo>
                    <a:pt x="1192530" y="111760"/>
                    <a:pt x="1188720" y="109220"/>
                    <a:pt x="1186180" y="105410"/>
                  </a:cubicBezTo>
                  <a:cubicBezTo>
                    <a:pt x="1182370" y="100330"/>
                    <a:pt x="1178560" y="93980"/>
                    <a:pt x="1174750" y="88900"/>
                  </a:cubicBezTo>
                  <a:cubicBezTo>
                    <a:pt x="1170940" y="83820"/>
                    <a:pt x="1168400" y="77470"/>
                    <a:pt x="1164590" y="72390"/>
                  </a:cubicBezTo>
                  <a:cubicBezTo>
                    <a:pt x="1163320" y="71120"/>
                    <a:pt x="1159510" y="69850"/>
                    <a:pt x="1158240" y="71120"/>
                  </a:cubicBezTo>
                  <a:lnTo>
                    <a:pt x="1143000" y="78740"/>
                  </a:lnTo>
                  <a:cubicBezTo>
                    <a:pt x="1140460" y="80010"/>
                    <a:pt x="1139190" y="82550"/>
                    <a:pt x="1137920" y="85090"/>
                  </a:cubicBezTo>
                  <a:lnTo>
                    <a:pt x="1136650" y="83820"/>
                  </a:lnTo>
                  <a:cubicBezTo>
                    <a:pt x="1137920" y="80010"/>
                    <a:pt x="1139190" y="76200"/>
                    <a:pt x="1140460" y="74930"/>
                  </a:cubicBezTo>
                  <a:lnTo>
                    <a:pt x="1125220" y="71120"/>
                  </a:lnTo>
                  <a:cubicBezTo>
                    <a:pt x="1121410" y="69850"/>
                    <a:pt x="1115060" y="69850"/>
                    <a:pt x="1112520" y="69850"/>
                  </a:cubicBezTo>
                  <a:lnTo>
                    <a:pt x="1092200" y="69850"/>
                  </a:lnTo>
                  <a:cubicBezTo>
                    <a:pt x="1084580" y="69850"/>
                    <a:pt x="1078230" y="68580"/>
                    <a:pt x="1070610" y="69850"/>
                  </a:cubicBezTo>
                  <a:cubicBezTo>
                    <a:pt x="1065530" y="71120"/>
                    <a:pt x="1061720" y="68580"/>
                    <a:pt x="1057910" y="66040"/>
                  </a:cubicBezTo>
                  <a:cubicBezTo>
                    <a:pt x="1047750" y="58420"/>
                    <a:pt x="1037590" y="49530"/>
                    <a:pt x="1023620" y="53340"/>
                  </a:cubicBezTo>
                  <a:cubicBezTo>
                    <a:pt x="1022350" y="53340"/>
                    <a:pt x="1019810" y="52070"/>
                    <a:pt x="1018540" y="50800"/>
                  </a:cubicBezTo>
                  <a:cubicBezTo>
                    <a:pt x="1014730" y="49530"/>
                    <a:pt x="1012190" y="46990"/>
                    <a:pt x="1007110" y="44450"/>
                  </a:cubicBezTo>
                  <a:cubicBezTo>
                    <a:pt x="1007110" y="48260"/>
                    <a:pt x="1007110" y="49530"/>
                    <a:pt x="1008380" y="52070"/>
                  </a:cubicBezTo>
                  <a:cubicBezTo>
                    <a:pt x="1005840" y="54610"/>
                    <a:pt x="1004570" y="53340"/>
                    <a:pt x="1003300" y="52070"/>
                  </a:cubicBezTo>
                  <a:cubicBezTo>
                    <a:pt x="1002030" y="53340"/>
                    <a:pt x="1000760" y="55880"/>
                    <a:pt x="999490" y="55880"/>
                  </a:cubicBezTo>
                  <a:cubicBezTo>
                    <a:pt x="993140" y="58420"/>
                    <a:pt x="986790" y="59690"/>
                    <a:pt x="980440" y="62230"/>
                  </a:cubicBezTo>
                  <a:cubicBezTo>
                    <a:pt x="977900" y="63500"/>
                    <a:pt x="975360" y="64770"/>
                    <a:pt x="974090" y="66040"/>
                  </a:cubicBezTo>
                  <a:cubicBezTo>
                    <a:pt x="969010" y="69850"/>
                    <a:pt x="965200" y="76200"/>
                    <a:pt x="956310" y="74930"/>
                  </a:cubicBezTo>
                  <a:cubicBezTo>
                    <a:pt x="955040" y="74930"/>
                    <a:pt x="952500" y="77470"/>
                    <a:pt x="949960" y="77470"/>
                  </a:cubicBezTo>
                  <a:cubicBezTo>
                    <a:pt x="947420" y="78740"/>
                    <a:pt x="943610" y="78740"/>
                    <a:pt x="941070" y="80010"/>
                  </a:cubicBezTo>
                  <a:lnTo>
                    <a:pt x="938530" y="80010"/>
                  </a:lnTo>
                  <a:cubicBezTo>
                    <a:pt x="930910" y="82550"/>
                    <a:pt x="924560" y="85090"/>
                    <a:pt x="916940" y="86360"/>
                  </a:cubicBezTo>
                  <a:lnTo>
                    <a:pt x="911860" y="86360"/>
                  </a:lnTo>
                  <a:cubicBezTo>
                    <a:pt x="905510" y="86360"/>
                    <a:pt x="900430" y="85090"/>
                    <a:pt x="894080" y="85090"/>
                  </a:cubicBezTo>
                  <a:cubicBezTo>
                    <a:pt x="887730" y="85090"/>
                    <a:pt x="881380" y="87630"/>
                    <a:pt x="875030" y="87630"/>
                  </a:cubicBezTo>
                  <a:cubicBezTo>
                    <a:pt x="867410" y="87630"/>
                    <a:pt x="858520" y="87630"/>
                    <a:pt x="852170" y="82550"/>
                  </a:cubicBezTo>
                  <a:cubicBezTo>
                    <a:pt x="850900" y="81280"/>
                    <a:pt x="847090" y="81280"/>
                    <a:pt x="844550" y="82550"/>
                  </a:cubicBezTo>
                  <a:cubicBezTo>
                    <a:pt x="835660" y="83820"/>
                    <a:pt x="826770" y="85090"/>
                    <a:pt x="819150" y="87630"/>
                  </a:cubicBezTo>
                  <a:cubicBezTo>
                    <a:pt x="811530" y="90170"/>
                    <a:pt x="807720" y="87630"/>
                    <a:pt x="805180" y="81280"/>
                  </a:cubicBezTo>
                  <a:cubicBezTo>
                    <a:pt x="803910" y="78740"/>
                    <a:pt x="801370" y="76200"/>
                    <a:pt x="798830" y="73660"/>
                  </a:cubicBezTo>
                  <a:cubicBezTo>
                    <a:pt x="795020" y="71120"/>
                    <a:pt x="791210" y="67310"/>
                    <a:pt x="787400" y="67310"/>
                  </a:cubicBezTo>
                  <a:cubicBezTo>
                    <a:pt x="778510" y="67310"/>
                    <a:pt x="773430" y="62230"/>
                    <a:pt x="767080" y="58420"/>
                  </a:cubicBezTo>
                  <a:cubicBezTo>
                    <a:pt x="756920" y="52070"/>
                    <a:pt x="748030" y="44450"/>
                    <a:pt x="735330" y="45720"/>
                  </a:cubicBezTo>
                  <a:lnTo>
                    <a:pt x="735330" y="39370"/>
                  </a:lnTo>
                  <a:cubicBezTo>
                    <a:pt x="737870" y="39370"/>
                    <a:pt x="740410" y="39370"/>
                    <a:pt x="742950" y="38100"/>
                  </a:cubicBezTo>
                  <a:cubicBezTo>
                    <a:pt x="739140" y="35560"/>
                    <a:pt x="739140" y="31750"/>
                    <a:pt x="736600" y="29210"/>
                  </a:cubicBezTo>
                  <a:cubicBezTo>
                    <a:pt x="731520" y="25400"/>
                    <a:pt x="726440" y="24130"/>
                    <a:pt x="721360" y="21590"/>
                  </a:cubicBezTo>
                  <a:cubicBezTo>
                    <a:pt x="717550" y="20320"/>
                    <a:pt x="712470" y="20320"/>
                    <a:pt x="715010" y="26670"/>
                  </a:cubicBezTo>
                  <a:cubicBezTo>
                    <a:pt x="708660" y="27940"/>
                    <a:pt x="703580" y="27940"/>
                    <a:pt x="701040" y="30480"/>
                  </a:cubicBezTo>
                  <a:cubicBezTo>
                    <a:pt x="695960" y="34290"/>
                    <a:pt x="690880" y="31750"/>
                    <a:pt x="687070" y="29210"/>
                  </a:cubicBezTo>
                  <a:cubicBezTo>
                    <a:pt x="684530" y="27940"/>
                    <a:pt x="681990" y="26670"/>
                    <a:pt x="679450" y="27940"/>
                  </a:cubicBezTo>
                  <a:cubicBezTo>
                    <a:pt x="664210" y="35560"/>
                    <a:pt x="648970" y="31750"/>
                    <a:pt x="633730" y="31750"/>
                  </a:cubicBezTo>
                  <a:cubicBezTo>
                    <a:pt x="631190" y="31750"/>
                    <a:pt x="628650" y="30480"/>
                    <a:pt x="624840" y="30480"/>
                  </a:cubicBezTo>
                  <a:cubicBezTo>
                    <a:pt x="619760" y="29210"/>
                    <a:pt x="615950" y="26670"/>
                    <a:pt x="610870" y="25400"/>
                  </a:cubicBezTo>
                  <a:cubicBezTo>
                    <a:pt x="605790" y="24130"/>
                    <a:pt x="599440" y="22860"/>
                    <a:pt x="594360" y="21590"/>
                  </a:cubicBezTo>
                  <a:lnTo>
                    <a:pt x="590550" y="21590"/>
                  </a:lnTo>
                  <a:cubicBezTo>
                    <a:pt x="581660" y="21590"/>
                    <a:pt x="572770" y="22860"/>
                    <a:pt x="565150" y="22860"/>
                  </a:cubicBezTo>
                  <a:cubicBezTo>
                    <a:pt x="558800" y="22860"/>
                    <a:pt x="552450" y="20320"/>
                    <a:pt x="544830" y="19050"/>
                  </a:cubicBezTo>
                  <a:cubicBezTo>
                    <a:pt x="543560" y="8890"/>
                    <a:pt x="533400" y="11430"/>
                    <a:pt x="527050" y="6350"/>
                  </a:cubicBezTo>
                  <a:cubicBezTo>
                    <a:pt x="525780" y="5080"/>
                    <a:pt x="523240" y="6350"/>
                    <a:pt x="521970" y="6350"/>
                  </a:cubicBezTo>
                  <a:cubicBezTo>
                    <a:pt x="514350" y="5080"/>
                    <a:pt x="509270" y="8890"/>
                    <a:pt x="506730" y="15240"/>
                  </a:cubicBezTo>
                  <a:cubicBezTo>
                    <a:pt x="502920" y="21590"/>
                    <a:pt x="492760" y="24130"/>
                    <a:pt x="496570" y="34290"/>
                  </a:cubicBezTo>
                  <a:cubicBezTo>
                    <a:pt x="497840" y="35560"/>
                    <a:pt x="500380" y="36830"/>
                    <a:pt x="501650" y="39370"/>
                  </a:cubicBezTo>
                  <a:cubicBezTo>
                    <a:pt x="501650" y="43180"/>
                    <a:pt x="500380" y="45720"/>
                    <a:pt x="496570" y="44450"/>
                  </a:cubicBezTo>
                  <a:cubicBezTo>
                    <a:pt x="495300" y="44450"/>
                    <a:pt x="494030" y="46990"/>
                    <a:pt x="492760" y="48260"/>
                  </a:cubicBezTo>
                  <a:cubicBezTo>
                    <a:pt x="491490" y="49530"/>
                    <a:pt x="491490" y="52070"/>
                    <a:pt x="490220" y="52070"/>
                  </a:cubicBezTo>
                  <a:cubicBezTo>
                    <a:pt x="482600" y="54610"/>
                    <a:pt x="477520" y="60960"/>
                    <a:pt x="468630" y="59690"/>
                  </a:cubicBezTo>
                  <a:lnTo>
                    <a:pt x="466090" y="59690"/>
                  </a:lnTo>
                  <a:cubicBezTo>
                    <a:pt x="458470" y="66040"/>
                    <a:pt x="450850" y="64770"/>
                    <a:pt x="441960" y="63500"/>
                  </a:cubicBezTo>
                  <a:cubicBezTo>
                    <a:pt x="438150" y="62230"/>
                    <a:pt x="433070" y="63500"/>
                    <a:pt x="427990" y="63500"/>
                  </a:cubicBezTo>
                  <a:cubicBezTo>
                    <a:pt x="424180" y="63500"/>
                    <a:pt x="420370" y="63500"/>
                    <a:pt x="416560" y="60960"/>
                  </a:cubicBezTo>
                  <a:cubicBezTo>
                    <a:pt x="411480" y="58420"/>
                    <a:pt x="406400" y="54610"/>
                    <a:pt x="401320" y="52070"/>
                  </a:cubicBezTo>
                  <a:cubicBezTo>
                    <a:pt x="396240" y="49530"/>
                    <a:pt x="389890" y="49530"/>
                    <a:pt x="389890" y="40640"/>
                  </a:cubicBezTo>
                  <a:cubicBezTo>
                    <a:pt x="389890" y="39370"/>
                    <a:pt x="387350" y="38100"/>
                    <a:pt x="387350" y="36830"/>
                  </a:cubicBezTo>
                  <a:cubicBezTo>
                    <a:pt x="378460" y="44450"/>
                    <a:pt x="370840" y="50800"/>
                    <a:pt x="363220" y="57150"/>
                  </a:cubicBezTo>
                  <a:cubicBezTo>
                    <a:pt x="359410" y="60960"/>
                    <a:pt x="354330" y="66040"/>
                    <a:pt x="356870" y="72390"/>
                  </a:cubicBezTo>
                  <a:cubicBezTo>
                    <a:pt x="356870" y="73660"/>
                    <a:pt x="355600" y="74930"/>
                    <a:pt x="355600" y="76200"/>
                  </a:cubicBezTo>
                  <a:cubicBezTo>
                    <a:pt x="354330" y="78740"/>
                    <a:pt x="353060" y="81280"/>
                    <a:pt x="350520" y="82550"/>
                  </a:cubicBezTo>
                  <a:cubicBezTo>
                    <a:pt x="347980" y="86360"/>
                    <a:pt x="345440" y="90170"/>
                    <a:pt x="342900" y="95250"/>
                  </a:cubicBezTo>
                  <a:lnTo>
                    <a:pt x="335280" y="102870"/>
                  </a:lnTo>
                  <a:cubicBezTo>
                    <a:pt x="332740" y="106680"/>
                    <a:pt x="330200" y="110490"/>
                    <a:pt x="326390" y="113030"/>
                  </a:cubicBezTo>
                  <a:cubicBezTo>
                    <a:pt x="317500" y="120650"/>
                    <a:pt x="308610" y="128270"/>
                    <a:pt x="298450" y="135890"/>
                  </a:cubicBezTo>
                  <a:cubicBezTo>
                    <a:pt x="293370" y="140970"/>
                    <a:pt x="287020" y="144780"/>
                    <a:pt x="281940" y="149860"/>
                  </a:cubicBezTo>
                  <a:cubicBezTo>
                    <a:pt x="273050" y="157480"/>
                    <a:pt x="262890" y="163830"/>
                    <a:pt x="257810" y="175260"/>
                  </a:cubicBezTo>
                  <a:cubicBezTo>
                    <a:pt x="257810" y="176530"/>
                    <a:pt x="255270" y="177800"/>
                    <a:pt x="254000" y="179070"/>
                  </a:cubicBezTo>
                  <a:cubicBezTo>
                    <a:pt x="247650" y="184150"/>
                    <a:pt x="237490" y="184150"/>
                    <a:pt x="237490" y="194310"/>
                  </a:cubicBezTo>
                  <a:cubicBezTo>
                    <a:pt x="227330" y="194310"/>
                    <a:pt x="222250" y="201930"/>
                    <a:pt x="217170" y="208280"/>
                  </a:cubicBezTo>
                  <a:cubicBezTo>
                    <a:pt x="213360" y="213360"/>
                    <a:pt x="209550" y="219710"/>
                    <a:pt x="204470" y="223520"/>
                  </a:cubicBezTo>
                  <a:cubicBezTo>
                    <a:pt x="199390" y="226060"/>
                    <a:pt x="193040" y="224790"/>
                    <a:pt x="186690" y="224790"/>
                  </a:cubicBezTo>
                  <a:cubicBezTo>
                    <a:pt x="184150" y="224790"/>
                    <a:pt x="181610" y="224790"/>
                    <a:pt x="181610" y="226060"/>
                  </a:cubicBezTo>
                  <a:cubicBezTo>
                    <a:pt x="176530" y="231140"/>
                    <a:pt x="170180" y="234950"/>
                    <a:pt x="166370" y="241300"/>
                  </a:cubicBezTo>
                  <a:cubicBezTo>
                    <a:pt x="162560" y="247650"/>
                    <a:pt x="158750" y="251460"/>
                    <a:pt x="152400" y="252730"/>
                  </a:cubicBezTo>
                  <a:cubicBezTo>
                    <a:pt x="146050" y="254000"/>
                    <a:pt x="139700" y="260350"/>
                    <a:pt x="130810" y="256540"/>
                  </a:cubicBezTo>
                  <a:cubicBezTo>
                    <a:pt x="123190" y="254000"/>
                    <a:pt x="114300" y="256540"/>
                    <a:pt x="109220" y="251460"/>
                  </a:cubicBezTo>
                  <a:cubicBezTo>
                    <a:pt x="99060" y="252730"/>
                    <a:pt x="91440" y="255270"/>
                    <a:pt x="82550" y="256540"/>
                  </a:cubicBezTo>
                  <a:cubicBezTo>
                    <a:pt x="72390" y="259080"/>
                    <a:pt x="60960" y="257810"/>
                    <a:pt x="52070" y="265430"/>
                  </a:cubicBezTo>
                  <a:cubicBezTo>
                    <a:pt x="44450" y="271780"/>
                    <a:pt x="38100" y="278130"/>
                    <a:pt x="26670" y="276860"/>
                  </a:cubicBezTo>
                  <a:cubicBezTo>
                    <a:pt x="27940" y="284480"/>
                    <a:pt x="29210" y="290830"/>
                    <a:pt x="30480" y="298450"/>
                  </a:cubicBezTo>
                  <a:cubicBezTo>
                    <a:pt x="33020" y="318770"/>
                    <a:pt x="35560" y="339090"/>
                    <a:pt x="36830" y="359410"/>
                  </a:cubicBezTo>
                  <a:cubicBezTo>
                    <a:pt x="40640" y="384810"/>
                    <a:pt x="41910" y="408940"/>
                    <a:pt x="39370" y="433070"/>
                  </a:cubicBezTo>
                  <a:cubicBezTo>
                    <a:pt x="36830" y="467360"/>
                    <a:pt x="25400" y="1640840"/>
                    <a:pt x="13970" y="1672590"/>
                  </a:cubicBezTo>
                  <a:lnTo>
                    <a:pt x="2540" y="1699260"/>
                  </a:lnTo>
                  <a:cubicBezTo>
                    <a:pt x="0" y="1705610"/>
                    <a:pt x="3810" y="1709420"/>
                    <a:pt x="10160" y="1710690"/>
                  </a:cubicBezTo>
                  <a:cubicBezTo>
                    <a:pt x="17780" y="1711960"/>
                    <a:pt x="20320" y="1717040"/>
                    <a:pt x="22860" y="1723390"/>
                  </a:cubicBezTo>
                  <a:cubicBezTo>
                    <a:pt x="25400" y="1733550"/>
                    <a:pt x="21590" y="1743710"/>
                    <a:pt x="26670" y="1753870"/>
                  </a:cubicBezTo>
                  <a:cubicBezTo>
                    <a:pt x="29210" y="1758950"/>
                    <a:pt x="26670" y="1767840"/>
                    <a:pt x="25400" y="1775460"/>
                  </a:cubicBezTo>
                  <a:cubicBezTo>
                    <a:pt x="24130" y="1785620"/>
                    <a:pt x="26670" y="1795780"/>
                    <a:pt x="30480" y="1804670"/>
                  </a:cubicBezTo>
                  <a:cubicBezTo>
                    <a:pt x="39370" y="1819910"/>
                    <a:pt x="40640" y="1837690"/>
                    <a:pt x="40640" y="1854200"/>
                  </a:cubicBezTo>
                  <a:cubicBezTo>
                    <a:pt x="40640" y="1858010"/>
                    <a:pt x="41910" y="1861820"/>
                    <a:pt x="43180" y="1864360"/>
                  </a:cubicBezTo>
                  <a:cubicBezTo>
                    <a:pt x="45720" y="1866900"/>
                    <a:pt x="50800" y="1869440"/>
                    <a:pt x="55880" y="1870710"/>
                  </a:cubicBezTo>
                  <a:lnTo>
                    <a:pt x="86360" y="1885950"/>
                  </a:lnTo>
                  <a:cubicBezTo>
                    <a:pt x="100330" y="1893570"/>
                    <a:pt x="111760" y="1892300"/>
                    <a:pt x="124460" y="1883410"/>
                  </a:cubicBezTo>
                  <a:cubicBezTo>
                    <a:pt x="125730" y="1882140"/>
                    <a:pt x="129540" y="1880870"/>
                    <a:pt x="130810" y="1880870"/>
                  </a:cubicBezTo>
                  <a:cubicBezTo>
                    <a:pt x="139700" y="1882140"/>
                    <a:pt x="148590" y="1882140"/>
                    <a:pt x="156210" y="1889760"/>
                  </a:cubicBezTo>
                  <a:cubicBezTo>
                    <a:pt x="165100" y="1897380"/>
                    <a:pt x="177800" y="1902460"/>
                    <a:pt x="187960" y="1908810"/>
                  </a:cubicBezTo>
                  <a:cubicBezTo>
                    <a:pt x="194310" y="1912620"/>
                    <a:pt x="201930" y="1917700"/>
                    <a:pt x="205740" y="1922780"/>
                  </a:cubicBezTo>
                  <a:cubicBezTo>
                    <a:pt x="208280" y="1925320"/>
                    <a:pt x="210820" y="1927860"/>
                    <a:pt x="213360" y="1929130"/>
                  </a:cubicBezTo>
                  <a:cubicBezTo>
                    <a:pt x="227330" y="1934210"/>
                    <a:pt x="234950" y="1946910"/>
                    <a:pt x="243840" y="1957070"/>
                  </a:cubicBezTo>
                  <a:cubicBezTo>
                    <a:pt x="251460" y="1965960"/>
                    <a:pt x="261620" y="1971040"/>
                    <a:pt x="273050" y="1972310"/>
                  </a:cubicBezTo>
                  <a:cubicBezTo>
                    <a:pt x="285750" y="1974850"/>
                    <a:pt x="298450" y="1976120"/>
                    <a:pt x="311150" y="1978660"/>
                  </a:cubicBezTo>
                  <a:cubicBezTo>
                    <a:pt x="316230" y="1979930"/>
                    <a:pt x="322580" y="1981200"/>
                    <a:pt x="327660" y="1983740"/>
                  </a:cubicBezTo>
                  <a:cubicBezTo>
                    <a:pt x="334010" y="1986280"/>
                    <a:pt x="340360" y="1986280"/>
                    <a:pt x="345440" y="1990090"/>
                  </a:cubicBezTo>
                  <a:cubicBezTo>
                    <a:pt x="353060" y="1996440"/>
                    <a:pt x="360680" y="2000250"/>
                    <a:pt x="370840" y="1997710"/>
                  </a:cubicBezTo>
                  <a:cubicBezTo>
                    <a:pt x="374650" y="1996440"/>
                    <a:pt x="379730" y="1998980"/>
                    <a:pt x="383540" y="2000250"/>
                  </a:cubicBezTo>
                  <a:cubicBezTo>
                    <a:pt x="384810" y="2000250"/>
                    <a:pt x="386080" y="2001520"/>
                    <a:pt x="387350" y="2001520"/>
                  </a:cubicBezTo>
                  <a:cubicBezTo>
                    <a:pt x="401320" y="2002790"/>
                    <a:pt x="414020" y="2000250"/>
                    <a:pt x="426720" y="1997710"/>
                  </a:cubicBezTo>
                  <a:cubicBezTo>
                    <a:pt x="431800" y="1996440"/>
                    <a:pt x="436880" y="1995170"/>
                    <a:pt x="441960" y="1992630"/>
                  </a:cubicBezTo>
                  <a:cubicBezTo>
                    <a:pt x="455930" y="1986280"/>
                    <a:pt x="469900" y="1979930"/>
                    <a:pt x="482600" y="1972310"/>
                  </a:cubicBezTo>
                  <a:cubicBezTo>
                    <a:pt x="491490" y="1967230"/>
                    <a:pt x="500380" y="1962150"/>
                    <a:pt x="510540" y="1967230"/>
                  </a:cubicBezTo>
                  <a:lnTo>
                    <a:pt x="515620" y="1967230"/>
                  </a:lnTo>
                  <a:cubicBezTo>
                    <a:pt x="524510" y="1967230"/>
                    <a:pt x="533400" y="1965960"/>
                    <a:pt x="541020" y="1964690"/>
                  </a:cubicBezTo>
                  <a:cubicBezTo>
                    <a:pt x="542290" y="1964690"/>
                    <a:pt x="544830" y="1964690"/>
                    <a:pt x="544830" y="1963420"/>
                  </a:cubicBezTo>
                  <a:cubicBezTo>
                    <a:pt x="548640" y="1958340"/>
                    <a:pt x="554990" y="1958340"/>
                    <a:pt x="561340" y="1957070"/>
                  </a:cubicBezTo>
                  <a:cubicBezTo>
                    <a:pt x="571500" y="1955800"/>
                    <a:pt x="581660" y="1955800"/>
                    <a:pt x="589280" y="1949450"/>
                  </a:cubicBezTo>
                  <a:cubicBezTo>
                    <a:pt x="596900" y="1944370"/>
                    <a:pt x="604520" y="1943100"/>
                    <a:pt x="613410" y="1941830"/>
                  </a:cubicBezTo>
                  <a:cubicBezTo>
                    <a:pt x="614680" y="1941830"/>
                    <a:pt x="617220" y="1940560"/>
                    <a:pt x="618490" y="1940560"/>
                  </a:cubicBezTo>
                  <a:cubicBezTo>
                    <a:pt x="624840" y="1939290"/>
                    <a:pt x="631190" y="1935480"/>
                    <a:pt x="636270" y="1936750"/>
                  </a:cubicBezTo>
                  <a:cubicBezTo>
                    <a:pt x="647700" y="1939290"/>
                    <a:pt x="652780" y="1935480"/>
                    <a:pt x="660400" y="1925320"/>
                  </a:cubicBezTo>
                  <a:cubicBezTo>
                    <a:pt x="661670" y="1922780"/>
                    <a:pt x="665480" y="1921510"/>
                    <a:pt x="668020" y="1920240"/>
                  </a:cubicBezTo>
                  <a:cubicBezTo>
                    <a:pt x="674370" y="1918970"/>
                    <a:pt x="680720" y="1920240"/>
                    <a:pt x="687070" y="1918970"/>
                  </a:cubicBezTo>
                  <a:cubicBezTo>
                    <a:pt x="690880" y="1918970"/>
                    <a:pt x="694690" y="1915160"/>
                    <a:pt x="697230" y="1915160"/>
                  </a:cubicBezTo>
                  <a:cubicBezTo>
                    <a:pt x="707390" y="1916430"/>
                    <a:pt x="718820" y="1912620"/>
                    <a:pt x="727710" y="1918970"/>
                  </a:cubicBezTo>
                  <a:cubicBezTo>
                    <a:pt x="728980" y="1920240"/>
                    <a:pt x="731520" y="1920240"/>
                    <a:pt x="734060" y="1920240"/>
                  </a:cubicBezTo>
                  <a:cubicBezTo>
                    <a:pt x="750570" y="1921510"/>
                    <a:pt x="764540" y="1926590"/>
                    <a:pt x="775970" y="1936750"/>
                  </a:cubicBezTo>
                  <a:cubicBezTo>
                    <a:pt x="779780" y="1940560"/>
                    <a:pt x="784860" y="1943100"/>
                    <a:pt x="788670" y="1945640"/>
                  </a:cubicBezTo>
                  <a:cubicBezTo>
                    <a:pt x="792480" y="1948180"/>
                    <a:pt x="797560" y="1948180"/>
                    <a:pt x="801370" y="1949450"/>
                  </a:cubicBezTo>
                  <a:cubicBezTo>
                    <a:pt x="805180" y="1950720"/>
                    <a:pt x="807720" y="1951990"/>
                    <a:pt x="811530" y="1951990"/>
                  </a:cubicBezTo>
                  <a:cubicBezTo>
                    <a:pt x="817880" y="1951990"/>
                    <a:pt x="822960" y="1954530"/>
                    <a:pt x="826770" y="1959610"/>
                  </a:cubicBezTo>
                  <a:cubicBezTo>
                    <a:pt x="828040" y="1960880"/>
                    <a:pt x="829310" y="1962150"/>
                    <a:pt x="830580" y="1964690"/>
                  </a:cubicBezTo>
                  <a:cubicBezTo>
                    <a:pt x="829310" y="1968500"/>
                    <a:pt x="836930" y="1978660"/>
                    <a:pt x="842010" y="1978660"/>
                  </a:cubicBezTo>
                  <a:cubicBezTo>
                    <a:pt x="850900" y="1978660"/>
                    <a:pt x="859790" y="1981200"/>
                    <a:pt x="867410" y="1987550"/>
                  </a:cubicBezTo>
                  <a:cubicBezTo>
                    <a:pt x="868680" y="1988820"/>
                    <a:pt x="871220" y="1988820"/>
                    <a:pt x="873760" y="1987550"/>
                  </a:cubicBezTo>
                  <a:cubicBezTo>
                    <a:pt x="877570" y="1986280"/>
                    <a:pt x="880110" y="1986280"/>
                    <a:pt x="882650" y="1990090"/>
                  </a:cubicBezTo>
                  <a:cubicBezTo>
                    <a:pt x="883920" y="1991360"/>
                    <a:pt x="889000" y="1991360"/>
                    <a:pt x="891540" y="1991360"/>
                  </a:cubicBezTo>
                  <a:cubicBezTo>
                    <a:pt x="897890" y="1991360"/>
                    <a:pt x="905510" y="1990090"/>
                    <a:pt x="911860" y="1991360"/>
                  </a:cubicBezTo>
                  <a:cubicBezTo>
                    <a:pt x="923290" y="1992630"/>
                    <a:pt x="933450" y="1993900"/>
                    <a:pt x="944880" y="1996440"/>
                  </a:cubicBezTo>
                  <a:cubicBezTo>
                    <a:pt x="947420" y="1996440"/>
                    <a:pt x="949960" y="1997710"/>
                    <a:pt x="951230" y="1998980"/>
                  </a:cubicBezTo>
                  <a:cubicBezTo>
                    <a:pt x="953770" y="2005330"/>
                    <a:pt x="960120" y="2005330"/>
                    <a:pt x="963930" y="2006600"/>
                  </a:cubicBezTo>
                  <a:cubicBezTo>
                    <a:pt x="967740" y="2007870"/>
                    <a:pt x="972820" y="2009140"/>
                    <a:pt x="975360" y="2009140"/>
                  </a:cubicBezTo>
                  <a:cubicBezTo>
                    <a:pt x="976630" y="2007870"/>
                    <a:pt x="979170" y="2006600"/>
                    <a:pt x="981710" y="2004060"/>
                  </a:cubicBezTo>
                  <a:cubicBezTo>
                    <a:pt x="976630" y="2004060"/>
                    <a:pt x="974090" y="2005330"/>
                    <a:pt x="971550" y="2005330"/>
                  </a:cubicBezTo>
                  <a:cubicBezTo>
                    <a:pt x="976630" y="1998980"/>
                    <a:pt x="981710" y="1997710"/>
                    <a:pt x="988060" y="2001520"/>
                  </a:cubicBezTo>
                  <a:cubicBezTo>
                    <a:pt x="995680" y="2007870"/>
                    <a:pt x="1002030" y="2007870"/>
                    <a:pt x="1010920" y="2001520"/>
                  </a:cubicBezTo>
                  <a:lnTo>
                    <a:pt x="1018540" y="1997710"/>
                  </a:lnTo>
                  <a:lnTo>
                    <a:pt x="1018540" y="1991360"/>
                  </a:lnTo>
                  <a:cubicBezTo>
                    <a:pt x="1022350" y="1992630"/>
                    <a:pt x="1026160" y="1995170"/>
                    <a:pt x="1028700" y="1995170"/>
                  </a:cubicBezTo>
                  <a:cubicBezTo>
                    <a:pt x="1036320" y="1991360"/>
                    <a:pt x="1043940" y="1987550"/>
                    <a:pt x="1050290" y="1982470"/>
                  </a:cubicBezTo>
                  <a:cubicBezTo>
                    <a:pt x="1057910" y="1977390"/>
                    <a:pt x="1064260" y="1971040"/>
                    <a:pt x="1070610" y="1965960"/>
                  </a:cubicBezTo>
                  <a:cubicBezTo>
                    <a:pt x="1071880" y="1965960"/>
                    <a:pt x="1071880" y="1964690"/>
                    <a:pt x="1073150" y="1964690"/>
                  </a:cubicBezTo>
                  <a:cubicBezTo>
                    <a:pt x="1082040" y="1962150"/>
                    <a:pt x="1089660" y="1960880"/>
                    <a:pt x="1098550" y="1958340"/>
                  </a:cubicBezTo>
                  <a:cubicBezTo>
                    <a:pt x="1103630" y="1957070"/>
                    <a:pt x="1107440" y="1954530"/>
                    <a:pt x="1112520" y="1953260"/>
                  </a:cubicBezTo>
                  <a:cubicBezTo>
                    <a:pt x="1116330" y="1951990"/>
                    <a:pt x="1118870" y="1951990"/>
                    <a:pt x="1122680" y="1950720"/>
                  </a:cubicBezTo>
                  <a:lnTo>
                    <a:pt x="1135380" y="1950720"/>
                  </a:lnTo>
                  <a:cubicBezTo>
                    <a:pt x="1137920" y="1950720"/>
                    <a:pt x="1141730" y="1950720"/>
                    <a:pt x="1144270" y="1949450"/>
                  </a:cubicBezTo>
                  <a:cubicBezTo>
                    <a:pt x="1145540" y="1946910"/>
                    <a:pt x="1148080" y="1943100"/>
                    <a:pt x="1149350" y="1943100"/>
                  </a:cubicBezTo>
                  <a:cubicBezTo>
                    <a:pt x="1153160" y="1943100"/>
                    <a:pt x="1155700" y="1945640"/>
                    <a:pt x="1159510" y="1946910"/>
                  </a:cubicBezTo>
                  <a:cubicBezTo>
                    <a:pt x="1160780" y="1946910"/>
                    <a:pt x="1160780" y="1948180"/>
                    <a:pt x="1160780" y="1949450"/>
                  </a:cubicBezTo>
                  <a:cubicBezTo>
                    <a:pt x="1165860" y="1954530"/>
                    <a:pt x="1169670" y="1960880"/>
                    <a:pt x="1174750" y="1965960"/>
                  </a:cubicBezTo>
                  <a:cubicBezTo>
                    <a:pt x="1181100" y="1972310"/>
                    <a:pt x="1187450" y="1972310"/>
                    <a:pt x="1191260" y="1968500"/>
                  </a:cubicBezTo>
                  <a:cubicBezTo>
                    <a:pt x="1197610" y="1963420"/>
                    <a:pt x="1202690" y="1959610"/>
                    <a:pt x="1211580" y="1962150"/>
                  </a:cubicBezTo>
                  <a:cubicBezTo>
                    <a:pt x="1212850" y="1962150"/>
                    <a:pt x="1215390" y="1963420"/>
                    <a:pt x="1216660" y="1962150"/>
                  </a:cubicBezTo>
                  <a:cubicBezTo>
                    <a:pt x="1223010" y="1959610"/>
                    <a:pt x="1230630" y="1957070"/>
                    <a:pt x="1236980" y="1953260"/>
                  </a:cubicBezTo>
                  <a:cubicBezTo>
                    <a:pt x="1240790" y="1951990"/>
                    <a:pt x="1245870" y="1951990"/>
                    <a:pt x="1247140" y="1949450"/>
                  </a:cubicBezTo>
                  <a:cubicBezTo>
                    <a:pt x="1250950" y="1941830"/>
                    <a:pt x="1257300" y="1938020"/>
                    <a:pt x="1263650" y="1932940"/>
                  </a:cubicBezTo>
                  <a:cubicBezTo>
                    <a:pt x="1267460" y="1929130"/>
                    <a:pt x="1271270" y="1924050"/>
                    <a:pt x="1275080" y="1922780"/>
                  </a:cubicBezTo>
                  <a:cubicBezTo>
                    <a:pt x="1283970" y="1920240"/>
                    <a:pt x="1290320" y="1912620"/>
                    <a:pt x="1297940" y="1907540"/>
                  </a:cubicBezTo>
                  <a:cubicBezTo>
                    <a:pt x="1304290" y="1903730"/>
                    <a:pt x="1308100" y="1896110"/>
                    <a:pt x="1314450" y="1894840"/>
                  </a:cubicBezTo>
                  <a:cubicBezTo>
                    <a:pt x="1324610" y="1892300"/>
                    <a:pt x="1332230" y="1885950"/>
                    <a:pt x="1341120" y="1879600"/>
                  </a:cubicBezTo>
                  <a:cubicBezTo>
                    <a:pt x="1346200" y="1875790"/>
                    <a:pt x="1352550" y="1873250"/>
                    <a:pt x="1358900" y="1874520"/>
                  </a:cubicBezTo>
                  <a:cubicBezTo>
                    <a:pt x="1362710" y="1875790"/>
                    <a:pt x="1367790" y="1874520"/>
                    <a:pt x="1370330" y="1873250"/>
                  </a:cubicBezTo>
                  <a:cubicBezTo>
                    <a:pt x="1375410" y="1870710"/>
                    <a:pt x="1380490" y="1866900"/>
                    <a:pt x="1385570" y="1864360"/>
                  </a:cubicBezTo>
                  <a:cubicBezTo>
                    <a:pt x="1389380" y="1861820"/>
                    <a:pt x="1393190" y="1859280"/>
                    <a:pt x="1397000" y="1859280"/>
                  </a:cubicBezTo>
                  <a:cubicBezTo>
                    <a:pt x="1409700" y="1858010"/>
                    <a:pt x="1419860" y="1855470"/>
                    <a:pt x="1426210" y="1842770"/>
                  </a:cubicBezTo>
                  <a:cubicBezTo>
                    <a:pt x="1428750" y="1837690"/>
                    <a:pt x="1441450" y="1831340"/>
                    <a:pt x="1446530" y="1833880"/>
                  </a:cubicBezTo>
                  <a:cubicBezTo>
                    <a:pt x="1455420" y="1837690"/>
                    <a:pt x="1461770" y="1835150"/>
                    <a:pt x="1466850" y="1827530"/>
                  </a:cubicBezTo>
                  <a:cubicBezTo>
                    <a:pt x="1470660" y="1823720"/>
                    <a:pt x="1475740" y="1824990"/>
                    <a:pt x="1479550" y="1827530"/>
                  </a:cubicBezTo>
                  <a:cubicBezTo>
                    <a:pt x="1482090" y="1830070"/>
                    <a:pt x="1484630" y="1831340"/>
                    <a:pt x="1487170" y="1831340"/>
                  </a:cubicBezTo>
                  <a:cubicBezTo>
                    <a:pt x="1496060" y="1832610"/>
                    <a:pt x="1506220" y="1831340"/>
                    <a:pt x="1515110" y="1832610"/>
                  </a:cubicBezTo>
                  <a:cubicBezTo>
                    <a:pt x="1522730" y="1833880"/>
                    <a:pt x="1530350" y="1831340"/>
                    <a:pt x="1535430" y="1826260"/>
                  </a:cubicBezTo>
                  <a:cubicBezTo>
                    <a:pt x="1540510" y="1821180"/>
                    <a:pt x="1544320" y="1821180"/>
                    <a:pt x="1551940" y="1823720"/>
                  </a:cubicBezTo>
                  <a:cubicBezTo>
                    <a:pt x="1558290" y="1826260"/>
                    <a:pt x="1563370" y="1832610"/>
                    <a:pt x="1572260" y="1831340"/>
                  </a:cubicBezTo>
                  <a:cubicBezTo>
                    <a:pt x="1579880" y="1830070"/>
                    <a:pt x="1588770" y="1833880"/>
                    <a:pt x="1597660" y="1830070"/>
                  </a:cubicBezTo>
                  <a:lnTo>
                    <a:pt x="1602740" y="1830070"/>
                  </a:lnTo>
                  <a:cubicBezTo>
                    <a:pt x="1610360" y="1832610"/>
                    <a:pt x="1617980" y="1833880"/>
                    <a:pt x="1624330" y="1840230"/>
                  </a:cubicBezTo>
                  <a:cubicBezTo>
                    <a:pt x="1631950" y="1846580"/>
                    <a:pt x="1633220" y="1799590"/>
                    <a:pt x="1640840" y="1804670"/>
                  </a:cubicBezTo>
                  <a:cubicBezTo>
                    <a:pt x="1652270" y="1812290"/>
                    <a:pt x="1649730" y="1804670"/>
                    <a:pt x="1661160" y="1811020"/>
                  </a:cubicBezTo>
                  <a:cubicBezTo>
                    <a:pt x="1670050" y="1814830"/>
                    <a:pt x="1666240" y="1800860"/>
                    <a:pt x="1676400" y="1803400"/>
                  </a:cubicBezTo>
                  <a:cubicBezTo>
                    <a:pt x="1677670" y="1803400"/>
                    <a:pt x="1692910" y="1813560"/>
                    <a:pt x="1692910" y="1812290"/>
                  </a:cubicBezTo>
                  <a:cubicBezTo>
                    <a:pt x="1699260" y="1808480"/>
                    <a:pt x="1705610" y="1770380"/>
                    <a:pt x="1711960" y="1771650"/>
                  </a:cubicBezTo>
                  <a:cubicBezTo>
                    <a:pt x="1724660" y="1775460"/>
                    <a:pt x="1736090" y="1772920"/>
                    <a:pt x="1747520" y="1767840"/>
                  </a:cubicBezTo>
                  <a:cubicBezTo>
                    <a:pt x="1753870" y="1765300"/>
                    <a:pt x="1764030" y="1756410"/>
                    <a:pt x="1769110" y="1760220"/>
                  </a:cubicBezTo>
                  <a:cubicBezTo>
                    <a:pt x="1778000" y="1766570"/>
                    <a:pt x="1786890" y="1769110"/>
                    <a:pt x="1797050" y="1770380"/>
                  </a:cubicBezTo>
                  <a:cubicBezTo>
                    <a:pt x="1798320" y="1770380"/>
                    <a:pt x="1799590" y="1771650"/>
                    <a:pt x="1800860" y="1772920"/>
                  </a:cubicBezTo>
                  <a:cubicBezTo>
                    <a:pt x="1804670" y="1778000"/>
                    <a:pt x="1822450" y="1764030"/>
                    <a:pt x="1826260" y="1769110"/>
                  </a:cubicBezTo>
                  <a:cubicBezTo>
                    <a:pt x="1831340" y="1776730"/>
                    <a:pt x="1836420" y="1784350"/>
                    <a:pt x="1841500" y="1790700"/>
                  </a:cubicBezTo>
                  <a:cubicBezTo>
                    <a:pt x="1844040" y="1793240"/>
                    <a:pt x="1847850" y="1794510"/>
                    <a:pt x="1849120" y="1797050"/>
                  </a:cubicBezTo>
                  <a:cubicBezTo>
                    <a:pt x="1850390" y="1803400"/>
                    <a:pt x="1852930" y="1805940"/>
                    <a:pt x="1859280" y="1805940"/>
                  </a:cubicBezTo>
                  <a:cubicBezTo>
                    <a:pt x="1863090" y="1805940"/>
                    <a:pt x="1866900" y="1807210"/>
                    <a:pt x="1869440" y="1809750"/>
                  </a:cubicBezTo>
                  <a:cubicBezTo>
                    <a:pt x="1875790" y="1813560"/>
                    <a:pt x="1880870" y="1817370"/>
                    <a:pt x="1885950" y="1821180"/>
                  </a:cubicBezTo>
                  <a:cubicBezTo>
                    <a:pt x="1892300" y="1824990"/>
                    <a:pt x="1898650" y="1828800"/>
                    <a:pt x="1901190" y="1835150"/>
                  </a:cubicBezTo>
                  <a:cubicBezTo>
                    <a:pt x="1902460" y="1837690"/>
                    <a:pt x="1903730" y="1838960"/>
                    <a:pt x="1905000" y="1840230"/>
                  </a:cubicBezTo>
                  <a:cubicBezTo>
                    <a:pt x="1910080" y="1845310"/>
                    <a:pt x="1915160" y="1849120"/>
                    <a:pt x="1920240" y="1854200"/>
                  </a:cubicBezTo>
                  <a:cubicBezTo>
                    <a:pt x="1927860" y="1860550"/>
                    <a:pt x="1934210" y="1868170"/>
                    <a:pt x="1941830" y="1874520"/>
                  </a:cubicBezTo>
                  <a:cubicBezTo>
                    <a:pt x="1944370" y="1875790"/>
                    <a:pt x="1946910" y="1878330"/>
                    <a:pt x="1949450" y="1879600"/>
                  </a:cubicBezTo>
                  <a:cubicBezTo>
                    <a:pt x="1954530" y="1882140"/>
                    <a:pt x="1959610" y="1884680"/>
                    <a:pt x="1963420" y="1888490"/>
                  </a:cubicBezTo>
                  <a:cubicBezTo>
                    <a:pt x="1967230" y="1892300"/>
                    <a:pt x="1985010" y="1869440"/>
                    <a:pt x="1987550" y="1874520"/>
                  </a:cubicBezTo>
                  <a:cubicBezTo>
                    <a:pt x="1987550" y="1875790"/>
                    <a:pt x="1988820" y="1875790"/>
                    <a:pt x="1990090" y="1875790"/>
                  </a:cubicBezTo>
                  <a:cubicBezTo>
                    <a:pt x="1997710" y="1882140"/>
                    <a:pt x="2005330" y="1879600"/>
                    <a:pt x="2012950" y="1877060"/>
                  </a:cubicBezTo>
                  <a:cubicBezTo>
                    <a:pt x="2015490" y="1875790"/>
                    <a:pt x="2018030" y="1874520"/>
                    <a:pt x="2019300" y="1875790"/>
                  </a:cubicBezTo>
                  <a:cubicBezTo>
                    <a:pt x="2028190" y="1879600"/>
                    <a:pt x="2034540" y="1888490"/>
                    <a:pt x="2045970" y="1889760"/>
                  </a:cubicBezTo>
                  <a:cubicBezTo>
                    <a:pt x="2045970" y="1889760"/>
                    <a:pt x="2047240" y="1889760"/>
                    <a:pt x="2047240" y="1891030"/>
                  </a:cubicBezTo>
                  <a:cubicBezTo>
                    <a:pt x="2049780" y="1898650"/>
                    <a:pt x="2057400" y="1898650"/>
                    <a:pt x="2063750" y="1899920"/>
                  </a:cubicBezTo>
                  <a:cubicBezTo>
                    <a:pt x="2067560" y="1899920"/>
                    <a:pt x="2071370" y="1901190"/>
                    <a:pt x="2073910" y="1902460"/>
                  </a:cubicBezTo>
                  <a:cubicBezTo>
                    <a:pt x="2081530" y="1906270"/>
                    <a:pt x="2089150" y="1911350"/>
                    <a:pt x="2098040" y="1913890"/>
                  </a:cubicBezTo>
                  <a:cubicBezTo>
                    <a:pt x="2109470" y="1917700"/>
                    <a:pt x="2120900" y="1920240"/>
                    <a:pt x="2129790" y="1926590"/>
                  </a:cubicBezTo>
                  <a:cubicBezTo>
                    <a:pt x="2131060" y="1926590"/>
                    <a:pt x="2132330" y="1926590"/>
                    <a:pt x="2132330" y="1927860"/>
                  </a:cubicBezTo>
                  <a:cubicBezTo>
                    <a:pt x="2136140" y="1930400"/>
                    <a:pt x="2142490" y="1931670"/>
                    <a:pt x="2145030" y="1935480"/>
                  </a:cubicBezTo>
                  <a:cubicBezTo>
                    <a:pt x="2148840" y="1943100"/>
                    <a:pt x="2159000" y="1941830"/>
                    <a:pt x="2164080" y="1948180"/>
                  </a:cubicBezTo>
                  <a:lnTo>
                    <a:pt x="2165350" y="1948180"/>
                  </a:lnTo>
                  <a:cubicBezTo>
                    <a:pt x="2170430" y="1948180"/>
                    <a:pt x="2175510" y="1949450"/>
                    <a:pt x="2181860" y="1949450"/>
                  </a:cubicBezTo>
                  <a:cubicBezTo>
                    <a:pt x="2184400" y="1948180"/>
                    <a:pt x="2188210" y="1945640"/>
                    <a:pt x="2190750" y="1945640"/>
                  </a:cubicBezTo>
                  <a:cubicBezTo>
                    <a:pt x="2202180" y="1949450"/>
                    <a:pt x="2213610" y="1949450"/>
                    <a:pt x="2221230" y="1939290"/>
                  </a:cubicBezTo>
                  <a:cubicBezTo>
                    <a:pt x="2222500" y="1938020"/>
                    <a:pt x="2225040" y="1938020"/>
                    <a:pt x="2227580" y="1938020"/>
                  </a:cubicBezTo>
                  <a:lnTo>
                    <a:pt x="2237740" y="1938020"/>
                  </a:lnTo>
                  <a:cubicBezTo>
                    <a:pt x="2249170" y="1935480"/>
                    <a:pt x="2259330" y="1932940"/>
                    <a:pt x="2270760" y="1931670"/>
                  </a:cubicBezTo>
                  <a:cubicBezTo>
                    <a:pt x="2275840" y="1930400"/>
                    <a:pt x="2282190" y="1932940"/>
                    <a:pt x="2287270" y="1934210"/>
                  </a:cubicBezTo>
                  <a:cubicBezTo>
                    <a:pt x="2292350" y="1935480"/>
                    <a:pt x="2297430" y="1935480"/>
                    <a:pt x="2302510" y="1935480"/>
                  </a:cubicBezTo>
                  <a:cubicBezTo>
                    <a:pt x="2308860" y="1935480"/>
                    <a:pt x="2313940" y="1932940"/>
                    <a:pt x="2320290" y="1932940"/>
                  </a:cubicBezTo>
                  <a:cubicBezTo>
                    <a:pt x="2325370" y="1931670"/>
                    <a:pt x="2331720" y="1931670"/>
                    <a:pt x="2336800" y="1930400"/>
                  </a:cubicBezTo>
                  <a:cubicBezTo>
                    <a:pt x="2348230" y="1927860"/>
                    <a:pt x="2358390" y="1925320"/>
                    <a:pt x="2369820" y="1924050"/>
                  </a:cubicBezTo>
                  <a:cubicBezTo>
                    <a:pt x="2377440" y="1880870"/>
                    <a:pt x="2376170" y="1830070"/>
                    <a:pt x="2376170" y="1778000"/>
                  </a:cubicBezTo>
                  <a:close/>
                </a:path>
              </a:pathLst>
            </a:custGeom>
            <a:blipFill>
              <a:blip r:embed="rId7"/>
              <a:stretch>
                <a:fillRect l="-29988" r="-2998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28911" y="3865601"/>
            <a:ext cx="6000184" cy="2977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39"/>
              </a:lnSpc>
              <a:spcBef>
                <a:spcPct val="0"/>
              </a:spcBef>
            </a:pPr>
            <a:r>
              <a:rPr lang="en-US" sz="8599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Familiar </a:t>
            </a:r>
          </a:p>
          <a:p>
            <a:pPr>
              <a:lnSpc>
                <a:spcPts val="12039"/>
              </a:lnSpc>
              <a:spcBef>
                <a:spcPct val="0"/>
              </a:spcBef>
            </a:pPr>
            <a:r>
              <a:rPr lang="en-US" sz="8599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with this 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2221015"/>
            <a:ext cx="9724100" cy="712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1C1C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waste collection is essential for cleanliness, sustainability, and community well-being. Challenges such as delays, missed locations, and inefficiencies can strain resources and increase costs. By incorporating real-time tracking, route optimization, and community sharing of reusable items, this system encourages timely pickups, reduces waste, and fosters collaboration among citizens to promote a cleaner, greener environment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83892" y="320917"/>
            <a:ext cx="7537816" cy="930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5999" b="1" dirty="0">
                <a:solidFill>
                  <a:srgbClr val="1C1C39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  <p:sp>
        <p:nvSpPr>
          <p:cNvPr id="6" name="Freeform 6"/>
          <p:cNvSpPr/>
          <p:nvPr/>
        </p:nvSpPr>
        <p:spPr>
          <a:xfrm flipH="1" flipV="1">
            <a:off x="0" y="0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4F815D9A-FAC6-F107-A42A-A00FDADF5CCB}"/>
              </a:ext>
            </a:extLst>
          </p:cNvPr>
          <p:cNvSpPr/>
          <p:nvPr/>
        </p:nvSpPr>
        <p:spPr>
          <a:xfrm>
            <a:off x="13856286" y="1567587"/>
            <a:ext cx="4191000" cy="2830960"/>
          </a:xfrm>
          <a:custGeom>
            <a:avLst/>
            <a:gdLst/>
            <a:ahLst/>
            <a:cxnLst/>
            <a:rect l="l" t="t" r="r" b="b"/>
            <a:pathLst>
              <a:path w="4798612" h="3592960">
                <a:moveTo>
                  <a:pt x="0" y="0"/>
                </a:moveTo>
                <a:lnTo>
                  <a:pt x="4798612" y="0"/>
                </a:lnTo>
                <a:lnTo>
                  <a:pt x="4798612" y="3592960"/>
                </a:lnTo>
                <a:lnTo>
                  <a:pt x="0" y="35929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5"/>
          <p:cNvSpPr/>
          <p:nvPr/>
        </p:nvSpPr>
        <p:spPr>
          <a:xfrm>
            <a:off x="11031073" y="3159603"/>
            <a:ext cx="5650426" cy="5650426"/>
          </a:xfrm>
          <a:custGeom>
            <a:avLst/>
            <a:gdLst/>
            <a:ahLst/>
            <a:cxnLst/>
            <a:rect l="l" t="t" r="r" b="b"/>
            <a:pathLst>
              <a:path w="5650426" h="5650426">
                <a:moveTo>
                  <a:pt x="0" y="0"/>
                </a:moveTo>
                <a:lnTo>
                  <a:pt x="5650426" y="0"/>
                </a:lnTo>
                <a:lnTo>
                  <a:pt x="5650426" y="5650426"/>
                </a:lnTo>
                <a:lnTo>
                  <a:pt x="0" y="565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65525" y="1028700"/>
            <a:ext cx="8720106" cy="8229600"/>
          </a:xfrm>
          <a:custGeom>
            <a:avLst/>
            <a:gdLst/>
            <a:ahLst/>
            <a:cxnLst/>
            <a:rect l="l" t="t" r="r" b="b"/>
            <a:pathLst>
              <a:path w="8720106" h="8229600">
                <a:moveTo>
                  <a:pt x="0" y="0"/>
                </a:moveTo>
                <a:lnTo>
                  <a:pt x="8720106" y="0"/>
                </a:lnTo>
                <a:lnTo>
                  <a:pt x="872010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30361" y="320917"/>
            <a:ext cx="9416274" cy="988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PROBLEM DOMAIN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3161" y="3995753"/>
            <a:ext cx="17370673" cy="496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Inefficient Collection: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Delays, missed pickups, and unoptimized routes increase costs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Real-Time Tracking: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Limits monitoring of bins and vehicles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Reusable Waste Loss: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community sharing discards reusable items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Environmental Risks: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Accumulated waste causes pollution and health hazards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Low Public Involvement: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tools for citizen participation</a:t>
            </a:r>
          </a:p>
          <a:p>
            <a:pPr algn="just">
              <a:lnSpc>
                <a:spcPts val="5599"/>
              </a:lnSpc>
            </a:pPr>
            <a:endParaRPr lang="en-US" sz="3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25066" y="2265382"/>
            <a:ext cx="16221495" cy="137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waste collection systems face significant challenges that hinder efficiency and sustainability</a:t>
            </a:r>
          </a:p>
        </p:txBody>
      </p:sp>
      <p:sp>
        <p:nvSpPr>
          <p:cNvPr id="7" name="Freeform 7"/>
          <p:cNvSpPr/>
          <p:nvPr/>
        </p:nvSpPr>
        <p:spPr>
          <a:xfrm>
            <a:off x="9985155" y="6027721"/>
            <a:ext cx="8302845" cy="4960950"/>
          </a:xfrm>
          <a:custGeom>
            <a:avLst/>
            <a:gdLst/>
            <a:ahLst/>
            <a:cxnLst/>
            <a:rect l="l" t="t" r="r" b="b"/>
            <a:pathLst>
              <a:path w="8302845" h="4960950">
                <a:moveTo>
                  <a:pt x="0" y="0"/>
                </a:moveTo>
                <a:lnTo>
                  <a:pt x="8302845" y="0"/>
                </a:lnTo>
                <a:lnTo>
                  <a:pt x="8302845" y="4960950"/>
                </a:lnTo>
                <a:lnTo>
                  <a:pt x="0" y="496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10725419">
            <a:off x="-1117608" y="-104364"/>
            <a:ext cx="8302845" cy="4960950"/>
          </a:xfrm>
          <a:custGeom>
            <a:avLst/>
            <a:gdLst/>
            <a:ahLst/>
            <a:cxnLst/>
            <a:rect l="l" t="t" r="r" b="b"/>
            <a:pathLst>
              <a:path w="8302845" h="4960950">
                <a:moveTo>
                  <a:pt x="0" y="0"/>
                </a:moveTo>
                <a:lnTo>
                  <a:pt x="8302845" y="0"/>
                </a:lnTo>
                <a:lnTo>
                  <a:pt x="8302845" y="4960950"/>
                </a:lnTo>
                <a:lnTo>
                  <a:pt x="0" y="496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1C9B1F89-EA79-F031-65DF-823849ED4C1C}"/>
              </a:ext>
            </a:extLst>
          </p:cNvPr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209267" y="320917"/>
            <a:ext cx="9869465" cy="988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PROPOSED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2196283"/>
            <a:ext cx="16522018" cy="2174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612"/>
              </a:lnSpc>
            </a:pPr>
            <a:r>
              <a:rPr lang="en-US" sz="400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tackle the challenges in waste collection, a comprehensive solution is proposed, integrating advanced technologies and community-driven initiatives to enhance efficiency, sustainability, and public engagement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5406" y="4727521"/>
            <a:ext cx="11304220" cy="4279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3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IoT-enabled bins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real-time monitoring</a:t>
            </a:r>
          </a:p>
          <a:p>
            <a:pPr marL="863593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route optimization</a:t>
            </a:r>
          </a:p>
          <a:p>
            <a:pPr marL="863593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Mobile/web apps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tracking and reporting</a:t>
            </a:r>
          </a:p>
          <a:p>
            <a:pPr marL="863593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Community sharing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reduce waste</a:t>
            </a:r>
          </a:p>
          <a:p>
            <a:pPr marL="863593" lvl="1" indent="-431796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truck tracking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39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analytics</a:t>
            </a:r>
          </a:p>
          <a:p>
            <a:pPr algn="l">
              <a:lnSpc>
                <a:spcPts val="5599"/>
              </a:lnSpc>
            </a:pPr>
            <a:endParaRPr lang="en-US" sz="3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Freeform 10"/>
          <p:cNvSpPr/>
          <p:nvPr/>
        </p:nvSpPr>
        <p:spPr>
          <a:xfrm rot="5400000">
            <a:off x="-1015805" y="6494612"/>
            <a:ext cx="5047479" cy="3015869"/>
          </a:xfrm>
          <a:custGeom>
            <a:avLst/>
            <a:gdLst/>
            <a:ahLst/>
            <a:cxnLst/>
            <a:rect l="l" t="t" r="r" b="b"/>
            <a:pathLst>
              <a:path w="5047479" h="3015869">
                <a:moveTo>
                  <a:pt x="0" y="0"/>
                </a:moveTo>
                <a:lnTo>
                  <a:pt x="5047479" y="0"/>
                </a:lnTo>
                <a:lnTo>
                  <a:pt x="5047479" y="3015869"/>
                </a:lnTo>
                <a:lnTo>
                  <a:pt x="0" y="3015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0F2A5BFF-9098-1928-C9A5-98F242CCFA69}"/>
              </a:ext>
            </a:extLst>
          </p:cNvPr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</a:t>
            </a:r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B36511AB-7A89-CFDF-3C3E-EF68940A721C}"/>
              </a:ext>
            </a:extLst>
          </p:cNvPr>
          <p:cNvSpPr/>
          <p:nvPr/>
        </p:nvSpPr>
        <p:spPr>
          <a:xfrm>
            <a:off x="11127345" y="4370931"/>
            <a:ext cx="6805249" cy="5371751"/>
          </a:xfrm>
          <a:custGeom>
            <a:avLst/>
            <a:gdLst/>
            <a:ahLst/>
            <a:cxnLst/>
            <a:rect l="l" t="t" r="r" b="b"/>
            <a:pathLst>
              <a:path w="6805249" h="5371751">
                <a:moveTo>
                  <a:pt x="0" y="0"/>
                </a:moveTo>
                <a:lnTo>
                  <a:pt x="6805249" y="0"/>
                </a:lnTo>
                <a:lnTo>
                  <a:pt x="6805249" y="5371751"/>
                </a:lnTo>
                <a:lnTo>
                  <a:pt x="0" y="5371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47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56" y="1146456"/>
            <a:ext cx="7994088" cy="7994088"/>
          </a:xfrm>
          <a:custGeom>
            <a:avLst/>
            <a:gdLst/>
            <a:ahLst/>
            <a:cxnLst/>
            <a:rect l="l" t="t" r="r" b="b"/>
            <a:pathLst>
              <a:path w="7994088" h="7994088">
                <a:moveTo>
                  <a:pt x="0" y="0"/>
                </a:moveTo>
                <a:lnTo>
                  <a:pt x="7994088" y="0"/>
                </a:lnTo>
                <a:lnTo>
                  <a:pt x="7994088" y="7994088"/>
                </a:lnTo>
                <a:lnTo>
                  <a:pt x="0" y="7994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25613" y="1955950"/>
            <a:ext cx="17662387" cy="7066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1" lvl="1" indent="-431796" algn="l">
              <a:lnSpc>
                <a:spcPts val="615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 Gathering: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Analyze waste collection processes, challenges, and user needs with stakeholders</a:t>
            </a:r>
          </a:p>
          <a:p>
            <a:pPr marL="863591" lvl="1" indent="-431796" algn="l">
              <a:lnSpc>
                <a:spcPts val="615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Design: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microservices for modular functionalities like tracking, notifications, and reporting</a:t>
            </a:r>
          </a:p>
          <a:p>
            <a:pPr marL="863591" lvl="1" indent="-431796" algn="l">
              <a:lnSpc>
                <a:spcPts val="615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Development: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Follow Agile methodology for incremental feature implementation and frequent testing</a:t>
            </a:r>
          </a:p>
          <a:p>
            <a:pPr marL="863591" lvl="1" indent="-431796" algn="l">
              <a:lnSpc>
                <a:spcPts val="615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Testing: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Perform user acceptance testing to ensure usability and effectiveness</a:t>
            </a:r>
          </a:p>
          <a:p>
            <a:pPr marL="863591" lvl="1" indent="-431796" algn="l">
              <a:lnSpc>
                <a:spcPts val="615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Deployment and Feedback: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Launch the system, collect feedback, and improve features iteratively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80754" y="323907"/>
            <a:ext cx="6352104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METHODOLOGY</a:t>
            </a:r>
          </a:p>
        </p:txBody>
      </p:sp>
      <p:grpSp>
        <p:nvGrpSpPr>
          <p:cNvPr id="6" name="Group 6"/>
          <p:cNvGrpSpPr/>
          <p:nvPr/>
        </p:nvGrpSpPr>
        <p:grpSpPr>
          <a:xfrm rot="3020431">
            <a:off x="-8616610" y="-3262265"/>
            <a:ext cx="10409832" cy="8027143"/>
            <a:chOff x="0" y="0"/>
            <a:chExt cx="1054063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3" cy="812800"/>
            </a:xfrm>
            <a:custGeom>
              <a:avLst/>
              <a:gdLst/>
              <a:ahLst/>
              <a:cxnLst/>
              <a:rect l="l" t="t" r="r" b="b"/>
              <a:pathLst>
                <a:path w="1054063" h="812800">
                  <a:moveTo>
                    <a:pt x="527031" y="0"/>
                  </a:moveTo>
                  <a:cubicBezTo>
                    <a:pt x="235960" y="0"/>
                    <a:pt x="0" y="181951"/>
                    <a:pt x="0" y="406400"/>
                  </a:cubicBezTo>
                  <a:cubicBezTo>
                    <a:pt x="0" y="630849"/>
                    <a:pt x="235960" y="812800"/>
                    <a:pt x="527031" y="812800"/>
                  </a:cubicBezTo>
                  <a:cubicBezTo>
                    <a:pt x="818103" y="812800"/>
                    <a:pt x="1054063" y="630849"/>
                    <a:pt x="1054063" y="406400"/>
                  </a:cubicBezTo>
                  <a:cubicBezTo>
                    <a:pt x="1054063" y="181951"/>
                    <a:pt x="818103" y="0"/>
                    <a:pt x="5270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2247F4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818" y="47625"/>
              <a:ext cx="856426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FF5E1F24-89D1-4344-C308-C6F3131370B4}"/>
              </a:ext>
            </a:extLst>
          </p:cNvPr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5400000">
            <a:off x="-2197363" y="3895494"/>
            <a:ext cx="8206834" cy="5268304"/>
          </a:xfrm>
          <a:custGeom>
            <a:avLst/>
            <a:gdLst/>
            <a:ahLst/>
            <a:cxnLst/>
            <a:rect l="l" t="t" r="r" b="b"/>
            <a:pathLst>
              <a:path w="8206834" h="5268304">
                <a:moveTo>
                  <a:pt x="0" y="0"/>
                </a:moveTo>
                <a:lnTo>
                  <a:pt x="8206834" y="0"/>
                </a:lnTo>
                <a:lnTo>
                  <a:pt x="8206834" y="5268304"/>
                </a:lnTo>
                <a:lnTo>
                  <a:pt x="0" y="526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18" r="-371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3241714" y="320917"/>
            <a:ext cx="11804571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FUNCTIONAL REQUIREMENTS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0493" y="1023787"/>
            <a:ext cx="16509887" cy="7840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endParaRPr dirty="0"/>
          </a:p>
          <a:p>
            <a:pPr marL="1174749" lvl="1" indent="-742950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Waste Collection Monitoring: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bins send real-time data; residents schedule pickups</a:t>
            </a:r>
          </a:p>
          <a:p>
            <a:pPr marL="1174749" lvl="1" indent="-742950" algn="l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Community Sharing: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 reusable items via the app</a:t>
            </a:r>
          </a:p>
          <a:p>
            <a:pPr marL="1174749" lvl="1" indent="-742950" algn="l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Immediate Pickups: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Residents request urgent pickups; drivers get real-time alerts</a:t>
            </a:r>
          </a:p>
          <a:p>
            <a:pPr marL="1174749" lvl="1" indent="-742950" algn="l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Route Optimization &amp; Tracking: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Generates and updates efficient routes; displays bin locations and optimized paths</a:t>
            </a:r>
          </a:p>
          <a:p>
            <a:pPr marL="1174749" lvl="1" indent="-742950" algn="l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Alerts &amp; Notifications: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updates for users and drivers</a:t>
            </a:r>
          </a:p>
          <a:p>
            <a:pPr marL="1174749" lvl="1" indent="-742950" algn="l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Reports &amp; Analytics: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Insights on waste trends and system performance</a:t>
            </a:r>
          </a:p>
          <a:p>
            <a:pPr marL="1174749" lvl="1" indent="-742950" algn="l">
              <a:lnSpc>
                <a:spcPts val="5599"/>
              </a:lnSpc>
              <a:buFont typeface="+mj-lt"/>
              <a:buAutoNum type="arabicPeriod"/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Management: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accounts, roles, and user activity</a:t>
            </a:r>
          </a:p>
        </p:txBody>
      </p:sp>
      <p:grpSp>
        <p:nvGrpSpPr>
          <p:cNvPr id="6" name="Group 6"/>
          <p:cNvGrpSpPr/>
          <p:nvPr/>
        </p:nvGrpSpPr>
        <p:grpSpPr>
          <a:xfrm rot="3020431">
            <a:off x="14859963" y="-7580937"/>
            <a:ext cx="10088171" cy="1008817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2247F4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269AD644-79B6-47E7-BBE0-987BCC807845}"/>
              </a:ext>
            </a:extLst>
          </p:cNvPr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231F0617-FA9D-EA53-84D6-F2F53DD8D74E}"/>
              </a:ext>
            </a:extLst>
          </p:cNvPr>
          <p:cNvSpPr/>
          <p:nvPr/>
        </p:nvSpPr>
        <p:spPr>
          <a:xfrm>
            <a:off x="5181600" y="2071873"/>
            <a:ext cx="7246986" cy="7241615"/>
          </a:xfrm>
          <a:custGeom>
            <a:avLst/>
            <a:gdLst/>
            <a:ahLst/>
            <a:cxnLst/>
            <a:rect l="l" t="t" r="r" b="b"/>
            <a:pathLst>
              <a:path w="2384980" h="2295543">
                <a:moveTo>
                  <a:pt x="0" y="0"/>
                </a:moveTo>
                <a:lnTo>
                  <a:pt x="2384980" y="0"/>
                </a:lnTo>
                <a:lnTo>
                  <a:pt x="2384980" y="2295544"/>
                </a:lnTo>
                <a:lnTo>
                  <a:pt x="0" y="22955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5400000">
            <a:off x="-4069266" y="3362077"/>
            <a:ext cx="12784741" cy="4766414"/>
          </a:xfrm>
          <a:custGeom>
            <a:avLst/>
            <a:gdLst/>
            <a:ahLst/>
            <a:cxnLst/>
            <a:rect l="l" t="t" r="r" b="b"/>
            <a:pathLst>
              <a:path w="12784741" h="4766414">
                <a:moveTo>
                  <a:pt x="0" y="0"/>
                </a:moveTo>
                <a:lnTo>
                  <a:pt x="12784741" y="0"/>
                </a:lnTo>
                <a:lnTo>
                  <a:pt x="12784741" y="4766414"/>
                </a:lnTo>
                <a:lnTo>
                  <a:pt x="0" y="4766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9" t="-51379" b="-92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1637747" y="3390900"/>
            <a:ext cx="2445489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Profit Projections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37767" y="320917"/>
            <a:ext cx="14012466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NON -FUNCTIONAL REQUIREMENTS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3000" y="1753766"/>
            <a:ext cx="13914338" cy="618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indent="-742950" algn="just">
              <a:lnSpc>
                <a:spcPts val="6984"/>
              </a:lnSpc>
              <a:buFont typeface="+mj-lt"/>
              <a:buAutoNum type="arabicPeriod"/>
            </a:pPr>
            <a:r>
              <a:rPr lang="en-US" sz="406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Scalability:</a:t>
            </a:r>
            <a:r>
              <a:rPr lang="en-US" sz="406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growth in users, IoT devices, and trucks </a:t>
            </a:r>
          </a:p>
          <a:p>
            <a:pPr marL="742950" indent="-742950" algn="just">
              <a:lnSpc>
                <a:spcPts val="6984"/>
              </a:lnSpc>
              <a:buFont typeface="+mj-lt"/>
              <a:buAutoNum type="arabicPeriod"/>
            </a:pPr>
            <a:r>
              <a:rPr lang="en-US" sz="406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Reliability:</a:t>
            </a:r>
            <a:r>
              <a:rPr lang="en-US" sz="406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 continuous uptime and system stability</a:t>
            </a:r>
          </a:p>
          <a:p>
            <a:pPr marL="742950" indent="-742950" algn="just">
              <a:lnSpc>
                <a:spcPts val="6984"/>
              </a:lnSpc>
              <a:buFont typeface="+mj-lt"/>
              <a:buAutoNum type="arabicPeriod"/>
            </a:pPr>
            <a:r>
              <a:rPr lang="en-US" sz="406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Performance:</a:t>
            </a:r>
            <a:r>
              <a:rPr lang="en-US" sz="406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Deliver real-time updates and notifications efficiently</a:t>
            </a:r>
          </a:p>
          <a:p>
            <a:pPr marL="742950" indent="-742950" algn="just">
              <a:lnSpc>
                <a:spcPts val="6984"/>
              </a:lnSpc>
              <a:buFont typeface="+mj-lt"/>
              <a:buAutoNum type="arabicPeriod"/>
            </a:pPr>
            <a:r>
              <a:rPr lang="en-US" sz="406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Security:</a:t>
            </a:r>
            <a:r>
              <a:rPr lang="en-US" sz="406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Protect data with encryption and controlled access</a:t>
            </a:r>
          </a:p>
          <a:p>
            <a:pPr marL="742950" indent="-742950" algn="just">
              <a:lnSpc>
                <a:spcPts val="6984"/>
              </a:lnSpc>
              <a:buFont typeface="+mj-lt"/>
              <a:buAutoNum type="arabicPeriod"/>
            </a:pPr>
            <a:r>
              <a:rPr lang="en-US" sz="406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User-Friendly:</a:t>
            </a:r>
            <a:r>
              <a:rPr lang="en-US" sz="406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 intuitive and accessible interfaces for all users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1619174-88A0-3E57-7636-E134F89D9324}"/>
              </a:ext>
            </a:extLst>
          </p:cNvPr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sym typeface="Canva Sans Bold"/>
              </a:rPr>
              <a:t>08</a:t>
            </a:r>
          </a:p>
        </p:txBody>
      </p:sp>
      <p:sp>
        <p:nvSpPr>
          <p:cNvPr id="9" name="Freeform 20">
            <a:extLst>
              <a:ext uri="{FF2B5EF4-FFF2-40B4-BE49-F238E27FC236}">
                <a16:creationId xmlns:a16="http://schemas.microsoft.com/office/drawing/2014/main" id="{24F0E0D7-EE48-B110-B885-4994EF6D3DEB}"/>
              </a:ext>
            </a:extLst>
          </p:cNvPr>
          <p:cNvSpPr/>
          <p:nvPr/>
        </p:nvSpPr>
        <p:spPr>
          <a:xfrm>
            <a:off x="8839200" y="1753766"/>
            <a:ext cx="8600616" cy="8529547"/>
          </a:xfrm>
          <a:custGeom>
            <a:avLst/>
            <a:gdLst/>
            <a:ahLst/>
            <a:cxnLst/>
            <a:rect l="l" t="t" r="r" b="b"/>
            <a:pathLst>
              <a:path w="7042131" h="7042131">
                <a:moveTo>
                  <a:pt x="0" y="0"/>
                </a:moveTo>
                <a:lnTo>
                  <a:pt x="7042131" y="0"/>
                </a:lnTo>
                <a:lnTo>
                  <a:pt x="7042131" y="7042131"/>
                </a:lnTo>
                <a:lnTo>
                  <a:pt x="0" y="70421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D136-6823-D9DD-A8EF-D13B4603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87DD937-58E6-3F69-B873-5BC2F53B58B4}"/>
              </a:ext>
            </a:extLst>
          </p:cNvPr>
          <p:cNvSpPr txBox="1"/>
          <p:nvPr/>
        </p:nvSpPr>
        <p:spPr>
          <a:xfrm>
            <a:off x="11012461" y="2124699"/>
            <a:ext cx="6134100" cy="4249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Waste Collection System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improves efficiency, reduces costs, and enhances user engagement</a:t>
            </a:r>
            <a:endParaRPr lang="en-US" sz="3999" dirty="0">
              <a:solidFill>
                <a:srgbClr val="1C1C39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A4803BF-FBCB-2C37-17E4-8C95B97D8E30}"/>
              </a:ext>
            </a:extLst>
          </p:cNvPr>
          <p:cNvSpPr txBox="1"/>
          <p:nvPr/>
        </p:nvSpPr>
        <p:spPr>
          <a:xfrm>
            <a:off x="6349446" y="320917"/>
            <a:ext cx="8806708" cy="930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5999" b="1" dirty="0">
                <a:solidFill>
                  <a:srgbClr val="1C1C39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AIMS &amp; OBJECTIVES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C22BD3C-D61B-F21B-AC23-5CF9E932EFB9}"/>
              </a:ext>
            </a:extLst>
          </p:cNvPr>
          <p:cNvSpPr txBox="1"/>
          <p:nvPr/>
        </p:nvSpPr>
        <p:spPr>
          <a:xfrm>
            <a:off x="17146561" y="-215416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09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0631345-313E-D36C-63F8-A9B01E4A6634}"/>
              </a:ext>
            </a:extLst>
          </p:cNvPr>
          <p:cNvSpPr/>
          <p:nvPr/>
        </p:nvSpPr>
        <p:spPr>
          <a:xfrm flipH="1" flipV="1">
            <a:off x="-152400" y="-184076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6928143" y="4139565"/>
                </a:moveTo>
                <a:lnTo>
                  <a:pt x="0" y="4139565"/>
                </a:lnTo>
                <a:lnTo>
                  <a:pt x="0" y="0"/>
                </a:lnTo>
                <a:lnTo>
                  <a:pt x="6928143" y="0"/>
                </a:lnTo>
                <a:lnTo>
                  <a:pt x="6928143" y="41395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5F352A7-F93C-B011-B58E-CA7F13B06CE3}"/>
              </a:ext>
            </a:extLst>
          </p:cNvPr>
          <p:cNvSpPr/>
          <p:nvPr/>
        </p:nvSpPr>
        <p:spPr>
          <a:xfrm>
            <a:off x="11359857" y="6147435"/>
            <a:ext cx="6928143" cy="4139565"/>
          </a:xfrm>
          <a:custGeom>
            <a:avLst/>
            <a:gdLst/>
            <a:ahLst/>
            <a:cxnLst/>
            <a:rect l="l" t="t" r="r" b="b"/>
            <a:pathLst>
              <a:path w="6928143" h="4139565">
                <a:moveTo>
                  <a:pt x="0" y="0"/>
                </a:moveTo>
                <a:lnTo>
                  <a:pt x="6928143" y="0"/>
                </a:lnTo>
                <a:lnTo>
                  <a:pt x="6928143" y="4139565"/>
                </a:lnTo>
                <a:lnTo>
                  <a:pt x="0" y="413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DF1785A0-C2C9-4765-C88F-8C3C5325340A}"/>
              </a:ext>
            </a:extLst>
          </p:cNvPr>
          <p:cNvSpPr txBox="1"/>
          <p:nvPr/>
        </p:nvSpPr>
        <p:spPr>
          <a:xfrm>
            <a:off x="1066800" y="2124699"/>
            <a:ext cx="8534400" cy="7429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waste bins and trucks in real-time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collection routes using AI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mobile and web apps for user notifications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on-demand waste pickup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share reusable waste items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users on proper waste segregation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citizens report waste-related issues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endParaRPr lang="en-US" sz="3999" dirty="0">
              <a:solidFill>
                <a:srgbClr val="1C1C39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92292B-EACE-2EB4-D4FC-A117557194D9}"/>
              </a:ext>
            </a:extLst>
          </p:cNvPr>
          <p:cNvCxnSpPr/>
          <p:nvPr/>
        </p:nvCxnSpPr>
        <p:spPr>
          <a:xfrm>
            <a:off x="10134600" y="1885706"/>
            <a:ext cx="0" cy="7296394"/>
          </a:xfrm>
          <a:prstGeom prst="line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827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0856" y="1627193"/>
            <a:ext cx="14290308" cy="5313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Prototyping: </a:t>
            </a:r>
            <a:r>
              <a:rPr lang="en-US" sz="3999" spc="83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Figma</a:t>
            </a:r>
          </a:p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 (IoT Bin):</a:t>
            </a:r>
            <a:r>
              <a:rPr lang="en-US" sz="3999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ESP32, GPS (NEO-6M), LoRa/BLE, LEDs</a:t>
            </a:r>
          </a:p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Front-end Development: </a:t>
            </a:r>
            <a:r>
              <a:rPr lang="en-US" sz="3999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React, Flutter</a:t>
            </a:r>
          </a:p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Back-end Development: </a:t>
            </a:r>
            <a:r>
              <a:rPr lang="en-US" sz="3999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Node.js, Express.js, Google Maps API</a:t>
            </a:r>
          </a:p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Databases:</a:t>
            </a:r>
            <a:r>
              <a:rPr lang="en-US" sz="3999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Firebase</a:t>
            </a:r>
          </a:p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Communication: </a:t>
            </a:r>
            <a:r>
              <a:rPr lang="en-US" sz="3999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ESP-NOW, MQTT, HTTP/HTTPS</a:t>
            </a:r>
          </a:p>
          <a:p>
            <a:pPr algn="l">
              <a:lnSpc>
                <a:spcPts val="5959"/>
              </a:lnSpc>
            </a:pPr>
            <a:r>
              <a:rPr lang="en-US" sz="3999" b="1" spc="8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Version Control: </a:t>
            </a:r>
            <a:r>
              <a:rPr lang="en-US" sz="3999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Git, GitHub</a:t>
            </a:r>
          </a:p>
        </p:txBody>
      </p:sp>
      <p:sp>
        <p:nvSpPr>
          <p:cNvPr id="3" name="Freeform 3"/>
          <p:cNvSpPr/>
          <p:nvPr/>
        </p:nvSpPr>
        <p:spPr>
          <a:xfrm>
            <a:off x="4893936" y="7068465"/>
            <a:ext cx="1650356" cy="1541020"/>
          </a:xfrm>
          <a:custGeom>
            <a:avLst/>
            <a:gdLst/>
            <a:ahLst/>
            <a:cxnLst/>
            <a:rect l="l" t="t" r="r" b="b"/>
            <a:pathLst>
              <a:path w="1650356" h="1541020">
                <a:moveTo>
                  <a:pt x="0" y="0"/>
                </a:moveTo>
                <a:lnTo>
                  <a:pt x="1650356" y="0"/>
                </a:lnTo>
                <a:lnTo>
                  <a:pt x="1650356" y="1541020"/>
                </a:lnTo>
                <a:lnTo>
                  <a:pt x="0" y="1541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925172" y="6941148"/>
            <a:ext cx="1322653" cy="1642120"/>
          </a:xfrm>
          <a:custGeom>
            <a:avLst/>
            <a:gdLst/>
            <a:ahLst/>
            <a:cxnLst/>
            <a:rect l="l" t="t" r="r" b="b"/>
            <a:pathLst>
              <a:path w="1322653" h="1642120">
                <a:moveTo>
                  <a:pt x="0" y="0"/>
                </a:moveTo>
                <a:lnTo>
                  <a:pt x="1322653" y="0"/>
                </a:lnTo>
                <a:lnTo>
                  <a:pt x="1322653" y="1642120"/>
                </a:lnTo>
                <a:lnTo>
                  <a:pt x="0" y="1642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805291" y="8609485"/>
            <a:ext cx="4431476" cy="1240813"/>
          </a:xfrm>
          <a:custGeom>
            <a:avLst/>
            <a:gdLst/>
            <a:ahLst/>
            <a:cxnLst/>
            <a:rect l="l" t="t" r="r" b="b"/>
            <a:pathLst>
              <a:path w="4431476" h="1240813">
                <a:moveTo>
                  <a:pt x="0" y="0"/>
                </a:moveTo>
                <a:lnTo>
                  <a:pt x="4431477" y="0"/>
                </a:lnTo>
                <a:lnTo>
                  <a:pt x="4431477" y="1240813"/>
                </a:lnTo>
                <a:lnTo>
                  <a:pt x="0" y="12408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037747" y="7962233"/>
            <a:ext cx="4600486" cy="2875304"/>
          </a:xfrm>
          <a:custGeom>
            <a:avLst/>
            <a:gdLst/>
            <a:ahLst/>
            <a:cxnLst/>
            <a:rect l="l" t="t" r="r" b="b"/>
            <a:pathLst>
              <a:path w="4600486" h="2875304">
                <a:moveTo>
                  <a:pt x="0" y="0"/>
                </a:moveTo>
                <a:lnTo>
                  <a:pt x="4600486" y="0"/>
                </a:lnTo>
                <a:lnTo>
                  <a:pt x="4600486" y="2875304"/>
                </a:lnTo>
                <a:lnTo>
                  <a:pt x="0" y="28753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498532" y="7565440"/>
            <a:ext cx="2266584" cy="2088090"/>
          </a:xfrm>
          <a:custGeom>
            <a:avLst/>
            <a:gdLst/>
            <a:ahLst/>
            <a:cxnLst/>
            <a:rect l="l" t="t" r="r" b="b"/>
            <a:pathLst>
              <a:path w="2266584" h="2088090">
                <a:moveTo>
                  <a:pt x="0" y="0"/>
                </a:moveTo>
                <a:lnTo>
                  <a:pt x="2266583" y="0"/>
                </a:lnTo>
                <a:lnTo>
                  <a:pt x="2266583" y="2088090"/>
                </a:lnTo>
                <a:lnTo>
                  <a:pt x="0" y="2088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630414" y="5031387"/>
            <a:ext cx="1257772" cy="1751328"/>
          </a:xfrm>
          <a:custGeom>
            <a:avLst/>
            <a:gdLst/>
            <a:ahLst/>
            <a:cxnLst/>
            <a:rect l="l" t="t" r="r" b="b"/>
            <a:pathLst>
              <a:path w="1257772" h="1751328">
                <a:moveTo>
                  <a:pt x="0" y="0"/>
                </a:moveTo>
                <a:lnTo>
                  <a:pt x="1257772" y="0"/>
                </a:lnTo>
                <a:lnTo>
                  <a:pt x="1257772" y="1751328"/>
                </a:lnTo>
                <a:lnTo>
                  <a:pt x="0" y="17513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6372631" y="7962233"/>
            <a:ext cx="1299791" cy="1688040"/>
          </a:xfrm>
          <a:custGeom>
            <a:avLst/>
            <a:gdLst/>
            <a:ahLst/>
            <a:cxnLst/>
            <a:rect l="l" t="t" r="r" b="b"/>
            <a:pathLst>
              <a:path w="1299791" h="1688040">
                <a:moveTo>
                  <a:pt x="0" y="0"/>
                </a:moveTo>
                <a:lnTo>
                  <a:pt x="1299791" y="0"/>
                </a:lnTo>
                <a:lnTo>
                  <a:pt x="1299791" y="1688040"/>
                </a:lnTo>
                <a:lnTo>
                  <a:pt x="0" y="16880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794558" y="3158599"/>
            <a:ext cx="3156146" cy="1440350"/>
          </a:xfrm>
          <a:custGeom>
            <a:avLst/>
            <a:gdLst/>
            <a:ahLst/>
            <a:cxnLst/>
            <a:rect l="l" t="t" r="r" b="b"/>
            <a:pathLst>
              <a:path w="3156146" h="1440350">
                <a:moveTo>
                  <a:pt x="0" y="0"/>
                </a:moveTo>
                <a:lnTo>
                  <a:pt x="3156146" y="0"/>
                </a:lnTo>
                <a:lnTo>
                  <a:pt x="3156146" y="1440350"/>
                </a:lnTo>
                <a:lnTo>
                  <a:pt x="0" y="14403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275796" y="5295127"/>
            <a:ext cx="1773338" cy="1773338"/>
          </a:xfrm>
          <a:custGeom>
            <a:avLst/>
            <a:gdLst/>
            <a:ahLst/>
            <a:cxnLst/>
            <a:rect l="l" t="t" r="r" b="b"/>
            <a:pathLst>
              <a:path w="1773338" h="1773338">
                <a:moveTo>
                  <a:pt x="0" y="0"/>
                </a:moveTo>
                <a:lnTo>
                  <a:pt x="1773338" y="0"/>
                </a:lnTo>
                <a:lnTo>
                  <a:pt x="1773338" y="1773338"/>
                </a:lnTo>
                <a:lnTo>
                  <a:pt x="0" y="177333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1831592" y="6097128"/>
            <a:ext cx="1666940" cy="1688040"/>
          </a:xfrm>
          <a:custGeom>
            <a:avLst/>
            <a:gdLst/>
            <a:ahLst/>
            <a:cxnLst/>
            <a:rect l="l" t="t" r="r" b="b"/>
            <a:pathLst>
              <a:path w="1666940" h="1688040">
                <a:moveTo>
                  <a:pt x="0" y="0"/>
                </a:moveTo>
                <a:lnTo>
                  <a:pt x="1666940" y="0"/>
                </a:lnTo>
                <a:lnTo>
                  <a:pt x="1666940" y="1688040"/>
                </a:lnTo>
                <a:lnTo>
                  <a:pt x="0" y="168804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579570" y="7199080"/>
            <a:ext cx="1933485" cy="1126255"/>
          </a:xfrm>
          <a:custGeom>
            <a:avLst/>
            <a:gdLst/>
            <a:ahLst/>
            <a:cxnLst/>
            <a:rect l="l" t="t" r="r" b="b"/>
            <a:pathLst>
              <a:path w="1933485" h="1126255">
                <a:moveTo>
                  <a:pt x="0" y="0"/>
                </a:moveTo>
                <a:lnTo>
                  <a:pt x="1933485" y="0"/>
                </a:lnTo>
                <a:lnTo>
                  <a:pt x="1933485" y="1126255"/>
                </a:lnTo>
                <a:lnTo>
                  <a:pt x="0" y="112625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334000" y="168323"/>
            <a:ext cx="7620000" cy="949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77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TECHNOLOGIES</a:t>
            </a:r>
          </a:p>
        </p:txBody>
      </p:sp>
      <p:grpSp>
        <p:nvGrpSpPr>
          <p:cNvPr id="16" name="Group 16"/>
          <p:cNvGrpSpPr/>
          <p:nvPr/>
        </p:nvGrpSpPr>
        <p:grpSpPr>
          <a:xfrm rot="3020431">
            <a:off x="16406362" y="-7089290"/>
            <a:ext cx="10088171" cy="10740242"/>
            <a:chOff x="0" y="0"/>
            <a:chExt cx="812800" cy="86533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5337"/>
            </a:xfrm>
            <a:custGeom>
              <a:avLst/>
              <a:gdLst/>
              <a:ahLst/>
              <a:cxnLst/>
              <a:rect l="l" t="t" r="r" b="b"/>
              <a:pathLst>
                <a:path w="812800" h="865337">
                  <a:moveTo>
                    <a:pt x="406400" y="0"/>
                  </a:moveTo>
                  <a:cubicBezTo>
                    <a:pt x="181951" y="0"/>
                    <a:pt x="0" y="193712"/>
                    <a:pt x="0" y="432669"/>
                  </a:cubicBezTo>
                  <a:cubicBezTo>
                    <a:pt x="0" y="671625"/>
                    <a:pt x="181951" y="865337"/>
                    <a:pt x="406400" y="865337"/>
                  </a:cubicBezTo>
                  <a:cubicBezTo>
                    <a:pt x="630849" y="865337"/>
                    <a:pt x="812800" y="671625"/>
                    <a:pt x="812800" y="432669"/>
                  </a:cubicBezTo>
                  <a:cubicBezTo>
                    <a:pt x="812800" y="19371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2247F4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550"/>
              <a:ext cx="660400" cy="731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5">
            <a:extLst>
              <a:ext uri="{FF2B5EF4-FFF2-40B4-BE49-F238E27FC236}">
                <a16:creationId xmlns:a16="http://schemas.microsoft.com/office/drawing/2014/main" id="{676897FE-EF6E-5372-D9B0-0F0E286B6956}"/>
              </a:ext>
            </a:extLst>
          </p:cNvPr>
          <p:cNvSpPr txBox="1"/>
          <p:nvPr/>
        </p:nvSpPr>
        <p:spPr>
          <a:xfrm>
            <a:off x="17180974" y="-160731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sym typeface="Canva Sans Bold"/>
              </a:rPr>
              <a:t>10</a:t>
            </a: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6AE81FE9-C7F4-CDD1-5726-2853E871250F}"/>
              </a:ext>
            </a:extLst>
          </p:cNvPr>
          <p:cNvSpPr/>
          <p:nvPr/>
        </p:nvSpPr>
        <p:spPr>
          <a:xfrm>
            <a:off x="14906926" y="1501694"/>
            <a:ext cx="2726142" cy="1533455"/>
          </a:xfrm>
          <a:custGeom>
            <a:avLst/>
            <a:gdLst/>
            <a:ahLst/>
            <a:cxnLst/>
            <a:rect l="l" t="t" r="r" b="b"/>
            <a:pathLst>
              <a:path w="2726142" h="1533455">
                <a:moveTo>
                  <a:pt x="0" y="0"/>
                </a:moveTo>
                <a:lnTo>
                  <a:pt x="2726141" y="0"/>
                </a:lnTo>
                <a:lnTo>
                  <a:pt x="2726141" y="1533455"/>
                </a:lnTo>
                <a:lnTo>
                  <a:pt x="0" y="153345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26697"/>
              </p:ext>
            </p:extLst>
          </p:nvPr>
        </p:nvGraphicFramePr>
        <p:xfrm>
          <a:off x="228600" y="1181100"/>
          <a:ext cx="17830800" cy="89154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92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6495">
                <a:tc>
                  <a:txBody>
                    <a:bodyPr/>
                    <a:lstStyle/>
                    <a:p>
                      <a:pPr algn="just">
                        <a:lnSpc>
                          <a:spcPts val="433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Focus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Key Findings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Autor and Year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737"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IoT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IoT-enabled real-time monitoring reduced overflow risks, improved efficiency, and saved resources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da-DK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Zeb et al. (2024) [1], Haque et al. (2024) [2], Folianto et al. (2019) [4]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6542"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Route Optimization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Optimized collection routes, minimized carbon emissions, and reduced fuel consumption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Lozano et al. (2016) [5], Mukherjee et al. (2021) [10]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6542"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Cost Efficiency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Enhanced cost efficiency, reduced operational costs, and saved energy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Mukherjee et al. (2021) [6], Lozano et al. (2016) [5]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6542"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AI &amp; Machine Learning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Improved prediction accuracy and reduced waste transport inefficiencies through AI algorithms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da-DK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Rutqvist et al. (2019) [7]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6542"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Community Engagement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Encouraged community participation, improved recycling rates, and supported 3R principles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da-DK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 Wahab et al. (2021) [12]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485900" y="19350"/>
            <a:ext cx="15316200" cy="999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0"/>
              </a:lnSpc>
              <a:spcBef>
                <a:spcPct val="0"/>
              </a:spcBef>
            </a:pPr>
            <a:r>
              <a:rPr lang="en-US" sz="606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 - SUMMARY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B9E1223-C828-A225-C0BA-60499EF9A780}"/>
              </a:ext>
            </a:extLst>
          </p:cNvPr>
          <p:cNvSpPr txBox="1"/>
          <p:nvPr/>
        </p:nvSpPr>
        <p:spPr>
          <a:xfrm>
            <a:off x="17165734" y="-190500"/>
            <a:ext cx="1107026" cy="10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sym typeface="Canva San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149694"/>
              </p:ext>
            </p:extLst>
          </p:nvPr>
        </p:nvGraphicFramePr>
        <p:xfrm>
          <a:off x="228599" y="800100"/>
          <a:ext cx="17830801" cy="916940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441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492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Focus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Key Findings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 Bold"/>
                        </a:rPr>
                        <a:t>Autor and Year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56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Cost Reduction &amp; Sustainability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Reduced cleanup costs by 58 million USD and aligned with SDGs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da-DK" sz="2800" dirty="0"/>
                        <a:t>Mager et al. (2022) [13]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56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Waste Bin Monitoring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Improved waste bin filling forecasts, reduced overflow situations, and enabled efficient resource use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fr-FR" sz="2800" dirty="0"/>
                        <a:t>Morais et al. (2024) [11]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56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Recycling &amp; User Interface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Addressed recycling inefficiencies and hazardous material handling through tailored user interfaces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fr-FR" sz="2800" dirty="0" err="1"/>
                        <a:t>Donny</a:t>
                      </a:r>
                      <a:r>
                        <a:rPr lang="fr-FR" sz="2800" dirty="0"/>
                        <a:t> et al. (2022) [9]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56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Sustainability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Enhanced traceability and promoted sustainability through smart waste management solutions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800" dirty="0"/>
                        <a:t>Fatimah et al. (2020) [8]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6411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Energy Conversion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nva Sans"/>
                        </a:rPr>
                        <a:t>Highlighted energy conversion methods and cost-effective waste management strategies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da-DK" sz="2800" dirty="0"/>
                        <a:t>Mukherjee et al. (2021) [6]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7154082" y="-203342"/>
            <a:ext cx="905319" cy="1092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3FD90-8FC0-1BA3-8BC6-F12B0FAA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D4A9D-DBA7-9572-3165-6CB06826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E5282-20CA-FA27-8983-14A35F2C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13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208330-6DE3-E3E9-B0BA-D9405CDF2253}"/>
              </a:ext>
            </a:extLst>
          </p:cNvPr>
          <p:cNvSpPr txBox="1"/>
          <p:nvPr/>
        </p:nvSpPr>
        <p:spPr>
          <a:xfrm>
            <a:off x="884903" y="746796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941A99C4-AF85-E141-8DB4-CCC0A9C7B01F}"/>
              </a:ext>
            </a:extLst>
          </p:cNvPr>
          <p:cNvSpPr txBox="1"/>
          <p:nvPr/>
        </p:nvSpPr>
        <p:spPr>
          <a:xfrm>
            <a:off x="884903" y="1900958"/>
            <a:ext cx="16724672" cy="71327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[1]	 “What a Waste 2.0 : A Global Snapshot of Solid Waste Management to 2050,” World Bank. Accessed: Oct. 29, 2024.Available:https://documents.worldbank.org/pt/publication/documents.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[2]	“Modern Technologies for Waste Management: A Review.” Accessed: Oct. 25, 2024. [Online]. Available: https://www.mdpi.com/2076-3417/13/15/8847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[3]	B. Chowdhury and M. U. Chowdhury, “RFID-based real-time smart waste management system,” in 2007 Australasian Telecommunication Networks and Applications Conference, Dec. 2007, pp. 175–180.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: 10.1109/ATNAC.2007.4665232.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[4]	Z. Hisham Che Soh, M.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Azeer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 Al-Hami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Husa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S. Afzal Che Abdullah, and M.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Affandi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 Shafie, “Smart Waste Collection Monitoring and Alert System via IoT,” Apr. 2019, pp. 50–54.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: 10.1109/ISCAIE.2019.8743746.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[5]	M.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Aazam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M. St-Hilaire, C.-H. Lung, and I.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Lambadaris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“Cloud-based smart waste management for smart cities,” in 2016 IEEE 21st International Workshop on Computer Aided Modelling and Design of Communication Links and Networks (CAMAD), Oct. 2016, pp. 188–193.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: 10.1109/CAMAD.2016.7790356.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[6]	A. Goutam Mukherjee et al., “A review on modern and smart technologies for efficient waste disposal and management,” J. Environ. Manage., vol. 297, p. 113347, Nov. 2021,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: 10.1016/j.jenvman.2021.113347.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[7]	R. K. A. R.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Kariapper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P.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Pirapuraj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M. S. S.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Razeeth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A. C. M.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Nafrees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and K. L. M. Rameez, “Smart Garbage Collection Using GPS &amp; Shortest Path Algorithm,” in 2019 IEEE Pune Section International Conference (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PuneCon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), Dec. 2019, pp. 1–6.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: 10.1109/PuneCon46936.2019.9105674.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[8]	Y. A. Fatimah, A.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Widianto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and M. Hanafi, “Cyber-physical System Enabled in Sustainable Waste Management 4.0: A Smart Waste Collection System for Indonesian Semi-Urban Cities,” Procedia Manuf., vol. 43, pp. 535–542, 2020,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: 10.1016/j.promfg.2020.02.169.</a:t>
            </a:r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1C8B2AF5-D97A-61C8-B6C8-D6F3212C15D9}"/>
              </a:ext>
            </a:extLst>
          </p:cNvPr>
          <p:cNvGrpSpPr/>
          <p:nvPr/>
        </p:nvGrpSpPr>
        <p:grpSpPr>
          <a:xfrm rot="3020431">
            <a:off x="16406362" y="-7089290"/>
            <a:ext cx="10088171" cy="10740242"/>
            <a:chOff x="0" y="0"/>
            <a:chExt cx="812800" cy="865337"/>
          </a:xfrm>
        </p:grpSpPr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CCDF6A1B-31B8-568B-029D-7DCBED5BECDC}"/>
                </a:ext>
              </a:extLst>
            </p:cNvPr>
            <p:cNvSpPr/>
            <p:nvPr/>
          </p:nvSpPr>
          <p:spPr>
            <a:xfrm>
              <a:off x="0" y="0"/>
              <a:ext cx="812800" cy="865337"/>
            </a:xfrm>
            <a:custGeom>
              <a:avLst/>
              <a:gdLst/>
              <a:ahLst/>
              <a:cxnLst/>
              <a:rect l="l" t="t" r="r" b="b"/>
              <a:pathLst>
                <a:path w="812800" h="865337">
                  <a:moveTo>
                    <a:pt x="406400" y="0"/>
                  </a:moveTo>
                  <a:cubicBezTo>
                    <a:pt x="181951" y="0"/>
                    <a:pt x="0" y="193712"/>
                    <a:pt x="0" y="432669"/>
                  </a:cubicBezTo>
                  <a:cubicBezTo>
                    <a:pt x="0" y="671625"/>
                    <a:pt x="181951" y="865337"/>
                    <a:pt x="406400" y="865337"/>
                  </a:cubicBezTo>
                  <a:cubicBezTo>
                    <a:pt x="630849" y="865337"/>
                    <a:pt x="812800" y="671625"/>
                    <a:pt x="812800" y="432669"/>
                  </a:cubicBezTo>
                  <a:cubicBezTo>
                    <a:pt x="812800" y="19371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2247F4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18">
              <a:extLst>
                <a:ext uri="{FF2B5EF4-FFF2-40B4-BE49-F238E27FC236}">
                  <a16:creationId xmlns:a16="http://schemas.microsoft.com/office/drawing/2014/main" id="{B63F0AFE-FE79-FA38-1ABC-060814E47A57}"/>
                </a:ext>
              </a:extLst>
            </p:cNvPr>
            <p:cNvSpPr txBox="1"/>
            <p:nvPr/>
          </p:nvSpPr>
          <p:spPr>
            <a:xfrm>
              <a:off x="76200" y="52550"/>
              <a:ext cx="660400" cy="731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3">
            <a:extLst>
              <a:ext uri="{FF2B5EF4-FFF2-40B4-BE49-F238E27FC236}">
                <a16:creationId xmlns:a16="http://schemas.microsoft.com/office/drawing/2014/main" id="{19A8FB13-F00D-B56F-292F-1F7FD0B44768}"/>
              </a:ext>
            </a:extLst>
          </p:cNvPr>
          <p:cNvSpPr txBox="1"/>
          <p:nvPr/>
        </p:nvSpPr>
        <p:spPr>
          <a:xfrm>
            <a:off x="17154082" y="-203342"/>
            <a:ext cx="905319" cy="1092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14632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8DE2C-BC3A-18B2-F079-7002941C4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7957E-68C7-7715-480D-32749981A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5th Student Symposium  Faculty of Computing - KDU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850BA-7BCF-AEC7-2949-E85A026C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0E09-8DDD-4C1F-A508-856482ADE4DD}" type="slidenum">
              <a:rPr lang="en-US" smtClean="0"/>
              <a:t>14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5A6EB1-AF54-C2D6-3AB7-60A9C3FE82D3}"/>
              </a:ext>
            </a:extLst>
          </p:cNvPr>
          <p:cNvSpPr txBox="1"/>
          <p:nvPr/>
        </p:nvSpPr>
        <p:spPr>
          <a:xfrm>
            <a:off x="929150" y="720588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Cont.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1336C06A-86EE-10D5-59DC-3F557ED36ED9}"/>
              </a:ext>
            </a:extLst>
          </p:cNvPr>
          <p:cNvSpPr txBox="1"/>
          <p:nvPr/>
        </p:nvSpPr>
        <p:spPr>
          <a:xfrm>
            <a:off x="929150" y="1778557"/>
            <a:ext cx="17358851" cy="77098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[9]	C. S. de Morais, T. R. P. Ramos, M. Lopes, and A. P. Barbosa-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Póvoa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“A data-driven optimization approach to plan smart waste collection operations,” Int. Trans. Oper. Res., vol. 31, no. 4, pp. 2178–2208, 2024,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: 10.1111/itor.13235.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[10]	S. Keerthana, B.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Kiruthika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R.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Lokeshvaran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B.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Midhunchakkaravarthi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and G.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Dhivyasri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“A Review on Smart Waste Collection and Disposal System,” J. Phys. Conf. Ser., vol. 1969, p. 012029, Jul. 2021,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: 10.1088/1742-6596/1969/1/012029.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[11]	“Development of User Interface Design for Electronic Waste Collection with a Design Thinking Approach,” in Proceedings of the International Conference on Industrial Engineering and Operations Management, Orlando, USA: IEOM Society International, Jun. 2022, pp. 1636–1646.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: 10.46254/NA07.20220383.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[12]	K.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Leelarathne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R. T. Niroshan, and L. P.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Kalansooriya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“Optimum Waste Collection System with Smart Mobile Application,” 2021, Accessed: Aug. 06, 2024. [Online]. Available: https://scholar.google.com/scholar?cluster=9887963207950108195&amp;hl=en&amp;oi=scholarr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[13]	A. Fernando and R.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Kathriarachchi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“IoT Based Smart Solution for Waste Collection and Recycle,” Sep. 2019.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[14]	E.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Fidje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M.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Haddara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and M. Langseth, “Sustainable Smart Waste Management Adoption Challenges in Developing Countries,” Procedia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Comput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. Sci., vol. 219, pp. 905–914, Jan. 2023,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: 10.1016/j.procs.2023.01.366.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[15]	A. Mager and V. Blass, “From Illegal Waste Dumps to Beneficial Resources Using Drone Technology and Advanced Data Analysis Tools: A Feasibility Study,” Remote Sens., vol. 14, no. 16, Art. no. 16, Jan. 2022,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: 10.3390/rs14163923.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[16]	T.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Sutikno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H. I. K.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Fathurrahman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T.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Wahono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and L.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Handayani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, “Robotics Technologies in Urban Smart Waste Management,” High-Tech </a:t>
            </a:r>
            <a:r>
              <a:rPr lang="en-US" sz="2250" dirty="0" err="1">
                <a:latin typeface="Cambria" panose="02040503050406030204" pitchFamily="18" charset="0"/>
                <a:ea typeface="Cambria" panose="02040503050406030204" pitchFamily="18" charset="0"/>
              </a:rPr>
              <a:t>Innov</a:t>
            </a: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. Ser., vol. 1, pp. 43–54, Jun. 2024.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[17]	“IoT based Waste Bin Monitoring for Smart Cities.” Accessed: Oct. 27, 2024. [Online]. Available: https://psiborg.in/iot-based-waste-bin-monitoring-for-smart-cities/</a:t>
            </a:r>
          </a:p>
          <a:p>
            <a:pPr algn="just">
              <a:spcBef>
                <a:spcPts val="900"/>
              </a:spcBef>
            </a:pPr>
            <a:r>
              <a:rPr lang="en-US" sz="2250" dirty="0">
                <a:latin typeface="Cambria" panose="02040503050406030204" pitchFamily="18" charset="0"/>
                <a:ea typeface="Cambria" panose="02040503050406030204" pitchFamily="18" charset="0"/>
              </a:rPr>
              <a:t>[18]	P. D. Gunasekara, “SMART SYSTEM FOR WASTE MANAGEMENT”.</a:t>
            </a:r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B8AB5440-E9B5-6DAC-E54D-B4AE07D5C514}"/>
              </a:ext>
            </a:extLst>
          </p:cNvPr>
          <p:cNvGrpSpPr/>
          <p:nvPr/>
        </p:nvGrpSpPr>
        <p:grpSpPr>
          <a:xfrm rot="3020431">
            <a:off x="16406362" y="-7089290"/>
            <a:ext cx="10088171" cy="10740242"/>
            <a:chOff x="0" y="0"/>
            <a:chExt cx="812800" cy="865337"/>
          </a:xfrm>
        </p:grpSpPr>
        <p:sp>
          <p:nvSpPr>
            <p:cNvPr id="7" name="Freeform 17">
              <a:extLst>
                <a:ext uri="{FF2B5EF4-FFF2-40B4-BE49-F238E27FC236}">
                  <a16:creationId xmlns:a16="http://schemas.microsoft.com/office/drawing/2014/main" id="{C2DDCA9C-074B-2E28-4439-33854FBD4A91}"/>
                </a:ext>
              </a:extLst>
            </p:cNvPr>
            <p:cNvSpPr/>
            <p:nvPr/>
          </p:nvSpPr>
          <p:spPr>
            <a:xfrm>
              <a:off x="0" y="0"/>
              <a:ext cx="812800" cy="865337"/>
            </a:xfrm>
            <a:custGeom>
              <a:avLst/>
              <a:gdLst/>
              <a:ahLst/>
              <a:cxnLst/>
              <a:rect l="l" t="t" r="r" b="b"/>
              <a:pathLst>
                <a:path w="812800" h="865337">
                  <a:moveTo>
                    <a:pt x="406400" y="0"/>
                  </a:moveTo>
                  <a:cubicBezTo>
                    <a:pt x="181951" y="0"/>
                    <a:pt x="0" y="193712"/>
                    <a:pt x="0" y="432669"/>
                  </a:cubicBezTo>
                  <a:cubicBezTo>
                    <a:pt x="0" y="671625"/>
                    <a:pt x="181951" y="865337"/>
                    <a:pt x="406400" y="865337"/>
                  </a:cubicBezTo>
                  <a:cubicBezTo>
                    <a:pt x="630849" y="865337"/>
                    <a:pt x="812800" y="671625"/>
                    <a:pt x="812800" y="432669"/>
                  </a:cubicBezTo>
                  <a:cubicBezTo>
                    <a:pt x="812800" y="19371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2247F4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D1023426-6564-A00C-12E3-B91A5534314F}"/>
                </a:ext>
              </a:extLst>
            </p:cNvPr>
            <p:cNvSpPr txBox="1"/>
            <p:nvPr/>
          </p:nvSpPr>
          <p:spPr>
            <a:xfrm>
              <a:off x="76200" y="52550"/>
              <a:ext cx="660400" cy="731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3">
            <a:extLst>
              <a:ext uri="{FF2B5EF4-FFF2-40B4-BE49-F238E27FC236}">
                <a16:creationId xmlns:a16="http://schemas.microsoft.com/office/drawing/2014/main" id="{F481B0EF-9FB5-FF27-FA9B-E1611094822D}"/>
              </a:ext>
            </a:extLst>
          </p:cNvPr>
          <p:cNvSpPr txBox="1"/>
          <p:nvPr/>
        </p:nvSpPr>
        <p:spPr>
          <a:xfrm>
            <a:off x="17154082" y="-203342"/>
            <a:ext cx="905319" cy="1092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0"/>
              </a:lnSpc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121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7800" y="0"/>
            <a:ext cx="17216736" cy="10287000"/>
          </a:xfrm>
          <a:custGeom>
            <a:avLst/>
            <a:gdLst/>
            <a:ahLst/>
            <a:cxnLst/>
            <a:rect l="l" t="t" r="r" b="b"/>
            <a:pathLst>
              <a:path w="17216736" h="10287000">
                <a:moveTo>
                  <a:pt x="0" y="0"/>
                </a:moveTo>
                <a:lnTo>
                  <a:pt x="17216736" y="0"/>
                </a:lnTo>
                <a:lnTo>
                  <a:pt x="172167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764714" y="3263728"/>
            <a:ext cx="12758571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6"/>
              </a:lnSpc>
            </a:pPr>
            <a:r>
              <a:rPr lang="en-US" sz="14006" b="1" dirty="0">
                <a:solidFill>
                  <a:srgbClr val="191919"/>
                </a:solidFill>
                <a:latin typeface="Times New Roman" panose="02020603050405020304" pitchFamily="18" charset="0"/>
                <a:ea typeface="TS Qamus Bold"/>
                <a:cs typeface="Times New Roman" panose="02020603050405020304" pitchFamily="18" charset="0"/>
                <a:sym typeface="TS Qamus Bold"/>
              </a:rPr>
              <a:t>THANK  YOU !</a:t>
            </a:r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0C05AE2B-84E0-D28B-B165-78AE73025969}"/>
              </a:ext>
            </a:extLst>
          </p:cNvPr>
          <p:cNvSpPr/>
          <p:nvPr/>
        </p:nvSpPr>
        <p:spPr>
          <a:xfrm>
            <a:off x="63925" y="7620"/>
            <a:ext cx="18452675" cy="10419147"/>
          </a:xfrm>
          <a:custGeom>
            <a:avLst/>
            <a:gdLst/>
            <a:ahLst/>
            <a:cxnLst/>
            <a:rect l="l" t="t" r="r" b="b"/>
            <a:pathLst>
              <a:path w="678729" h="398916">
                <a:moveTo>
                  <a:pt x="353136" y="392580"/>
                </a:moveTo>
                <a:lnTo>
                  <a:pt x="675689" y="16074"/>
                </a:lnTo>
                <a:cubicBezTo>
                  <a:pt x="678163" y="13187"/>
                  <a:pt x="678729" y="9123"/>
                  <a:pt x="677140" y="5668"/>
                </a:cubicBezTo>
                <a:cubicBezTo>
                  <a:pt x="675551" y="2213"/>
                  <a:pt x="672096" y="0"/>
                  <a:pt x="668293" y="0"/>
                </a:cubicBezTo>
                <a:lnTo>
                  <a:pt x="10437" y="0"/>
                </a:lnTo>
                <a:cubicBezTo>
                  <a:pt x="6634" y="0"/>
                  <a:pt x="3179" y="2213"/>
                  <a:pt x="1590" y="5668"/>
                </a:cubicBezTo>
                <a:cubicBezTo>
                  <a:pt x="0" y="9123"/>
                  <a:pt x="567" y="13187"/>
                  <a:pt x="3041" y="16074"/>
                </a:cubicBezTo>
                <a:lnTo>
                  <a:pt x="325594" y="392580"/>
                </a:lnTo>
                <a:cubicBezTo>
                  <a:pt x="329039" y="396601"/>
                  <a:pt x="334070" y="398916"/>
                  <a:pt x="339365" y="398916"/>
                </a:cubicBezTo>
                <a:cubicBezTo>
                  <a:pt x="344660" y="398916"/>
                  <a:pt x="349691" y="396601"/>
                  <a:pt x="353136" y="392580"/>
                </a:cubicBezTo>
                <a:close/>
              </a:path>
            </a:pathLst>
          </a:custGeom>
          <a:solidFill>
            <a:srgbClr val="C7EEFF">
              <a:alpha val="9804"/>
            </a:srgbClr>
          </a:solid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1840</Words>
  <Application>Microsoft Office PowerPoint</Application>
  <PresentationFormat>Custom</PresentationFormat>
  <Paragraphs>137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Calibri</vt:lpstr>
      <vt:lpstr>Canva Sans Bold</vt:lpstr>
      <vt:lpstr>Aptos</vt:lpstr>
      <vt:lpstr>Coco Gothic Bold</vt:lpstr>
      <vt:lpstr>Cambria</vt:lpstr>
      <vt:lpstr>Times New Roman Bold</vt:lpstr>
      <vt:lpstr>Poppins</vt:lpstr>
      <vt:lpstr>Poppins Bold</vt:lpstr>
      <vt:lpstr>Helvetica World Bold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IoT-Enabled Smart Waste Collection System with Community Sharing and Real-Time Route Optimization</dc:title>
  <dc:creator>Kebu</dc:creator>
  <cp:lastModifiedBy>Kebuni Ranasinghe</cp:lastModifiedBy>
  <cp:revision>6</cp:revision>
  <dcterms:created xsi:type="dcterms:W3CDTF">2006-08-16T00:00:00Z</dcterms:created>
  <dcterms:modified xsi:type="dcterms:W3CDTF">2025-02-04T20:30:47Z</dcterms:modified>
  <dc:identifier>DAGdcg0dGy8</dc:identifier>
</cp:coreProperties>
</file>